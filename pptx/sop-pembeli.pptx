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sldIdLst>
    <p:sldId id="257" r:id="rId5"/>
    <p:sldId id="267" r:id="rId6"/>
    <p:sldId id="258" r:id="rId7"/>
    <p:sldId id="256" r:id="rId8"/>
    <p:sldId id="259" r:id="rId9"/>
    <p:sldId id="260" r:id="rId10"/>
    <p:sldId id="261" r:id="rId11"/>
    <p:sldId id="264" r:id="rId12"/>
    <p:sldId id="263" r:id="rId13"/>
    <p:sldId id="262" r:id="rId14"/>
    <p:sldId id="265" r:id="rId15"/>
    <p:sldId id="266" r:id="rId16"/>
  </p:sldIdLst>
  <p:sldSz cx="10287000" cy="10287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17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6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6E9882-C8B1-4E54-BC8C-CFF0F9A68A0A}"/>
              </a:ext>
            </a:extLst>
          </p:cNvPr>
          <p:cNvSpPr/>
          <p:nvPr userDrawn="1"/>
        </p:nvSpPr>
        <p:spPr>
          <a:xfrm>
            <a:off x="-178" y="9383682"/>
            <a:ext cx="10287000" cy="90331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54D163-2F4D-4B40-A1A7-1D773547AF8A}"/>
              </a:ext>
            </a:extLst>
          </p:cNvPr>
          <p:cNvSpPr txBox="1"/>
          <p:nvPr userDrawn="1"/>
        </p:nvSpPr>
        <p:spPr>
          <a:xfrm>
            <a:off x="7656666" y="9619587"/>
            <a:ext cx="16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2" name="Picture 11" descr="A close up of graphics&#10;&#10;Description automatically generated">
            <a:extLst>
              <a:ext uri="{FF2B5EF4-FFF2-40B4-BE49-F238E27FC236}">
                <a16:creationId xmlns:a16="http://schemas.microsoft.com/office/drawing/2014/main" id="{3A798D65-B757-4F6B-A716-537D689950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766" y="9588261"/>
            <a:ext cx="464911" cy="464911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DC413E85-673A-494C-8DB3-668EB2DB01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204" y="9563854"/>
            <a:ext cx="464911" cy="4649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6F971F-F139-4DF6-92E4-A94C4F217455}"/>
              </a:ext>
            </a:extLst>
          </p:cNvPr>
          <p:cNvSpPr txBox="1"/>
          <p:nvPr userDrawn="1"/>
        </p:nvSpPr>
        <p:spPr>
          <a:xfrm>
            <a:off x="4773677" y="9636050"/>
            <a:ext cx="282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siplahtokoladang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3103F6FA-C95A-42BC-947D-6F60B3C4D21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29" y="9620862"/>
            <a:ext cx="432310" cy="4323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501F848-04B4-4722-B347-4AC01FD3F9BF}"/>
              </a:ext>
            </a:extLst>
          </p:cNvPr>
          <p:cNvSpPr txBox="1"/>
          <p:nvPr userDrawn="1"/>
        </p:nvSpPr>
        <p:spPr>
          <a:xfrm>
            <a:off x="1917490" y="9650675"/>
            <a:ext cx="2287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</a:t>
            </a:r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</a:t>
            </a:r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48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6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6E9882-C8B1-4E54-BC8C-CFF0F9A68A0A}"/>
              </a:ext>
            </a:extLst>
          </p:cNvPr>
          <p:cNvSpPr/>
          <p:nvPr userDrawn="1"/>
        </p:nvSpPr>
        <p:spPr>
          <a:xfrm>
            <a:off x="-178" y="9383682"/>
            <a:ext cx="10287000" cy="90331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54D163-2F4D-4B40-A1A7-1D773547AF8A}"/>
              </a:ext>
            </a:extLst>
          </p:cNvPr>
          <p:cNvSpPr txBox="1"/>
          <p:nvPr userDrawn="1"/>
        </p:nvSpPr>
        <p:spPr>
          <a:xfrm>
            <a:off x="7656666" y="9619587"/>
            <a:ext cx="16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2" name="Picture 11" descr="A close up of graphics&#10;&#10;Description automatically generated">
            <a:extLst>
              <a:ext uri="{FF2B5EF4-FFF2-40B4-BE49-F238E27FC236}">
                <a16:creationId xmlns:a16="http://schemas.microsoft.com/office/drawing/2014/main" id="{3A798D65-B757-4F6B-A716-537D689950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766" y="9588261"/>
            <a:ext cx="464911" cy="464911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DC413E85-673A-494C-8DB3-668EB2DB01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204" y="9563854"/>
            <a:ext cx="464911" cy="4649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6F971F-F139-4DF6-92E4-A94C4F217455}"/>
              </a:ext>
            </a:extLst>
          </p:cNvPr>
          <p:cNvSpPr txBox="1"/>
          <p:nvPr userDrawn="1"/>
        </p:nvSpPr>
        <p:spPr>
          <a:xfrm>
            <a:off x="4773677" y="9636050"/>
            <a:ext cx="282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siplahtokoladang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3103F6FA-C95A-42BC-947D-6F60B3C4D21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29" y="9620862"/>
            <a:ext cx="432310" cy="4323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501F848-04B4-4722-B347-4AC01FD3F9BF}"/>
              </a:ext>
            </a:extLst>
          </p:cNvPr>
          <p:cNvSpPr txBox="1"/>
          <p:nvPr userDrawn="1"/>
        </p:nvSpPr>
        <p:spPr>
          <a:xfrm>
            <a:off x="1917490" y="9650675"/>
            <a:ext cx="2287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</a:t>
            </a:r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</a:t>
            </a:r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3" name="Picture 2" descr="A screenshot of a video game&#10;&#10;Description automatically generated">
            <a:extLst>
              <a:ext uri="{FF2B5EF4-FFF2-40B4-BE49-F238E27FC236}">
                <a16:creationId xmlns:a16="http://schemas.microsoft.com/office/drawing/2014/main" id="{5FFBC3B7-ECE4-4857-A619-A6F10F9E3D0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4" y="7182751"/>
            <a:ext cx="4117532" cy="233442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628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F54D163-2F4D-4B40-A1A7-1D773547AF8A}"/>
              </a:ext>
            </a:extLst>
          </p:cNvPr>
          <p:cNvSpPr txBox="1"/>
          <p:nvPr userDrawn="1"/>
        </p:nvSpPr>
        <p:spPr>
          <a:xfrm>
            <a:off x="7656666" y="9619587"/>
            <a:ext cx="16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tokoladang</a:t>
            </a:r>
            <a:endParaRPr lang="id-ID" b="1" dirty="0">
              <a:solidFill>
                <a:sysClr val="windowText" lastClr="0000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2" name="Picture 11" descr="A close up of graphics&#10;&#10;Description automatically generated">
            <a:extLst>
              <a:ext uri="{FF2B5EF4-FFF2-40B4-BE49-F238E27FC236}">
                <a16:creationId xmlns:a16="http://schemas.microsoft.com/office/drawing/2014/main" id="{3A798D65-B757-4F6B-A716-537D689950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766" y="9588261"/>
            <a:ext cx="464911" cy="464911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DC413E85-673A-494C-8DB3-668EB2DB01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204" y="9563854"/>
            <a:ext cx="464911" cy="4649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6F971F-F139-4DF6-92E4-A94C4F217455}"/>
              </a:ext>
            </a:extLst>
          </p:cNvPr>
          <p:cNvSpPr txBox="1"/>
          <p:nvPr userDrawn="1"/>
        </p:nvSpPr>
        <p:spPr>
          <a:xfrm>
            <a:off x="4773677" y="9636050"/>
            <a:ext cx="282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siplahtokoladang</a:t>
            </a:r>
            <a:endParaRPr lang="id-ID" b="1" dirty="0">
              <a:solidFill>
                <a:sysClr val="windowText" lastClr="0000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3103F6FA-C95A-42BC-947D-6F60B3C4D21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29" y="9620862"/>
            <a:ext cx="432310" cy="4323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501F848-04B4-4722-B347-4AC01FD3F9BF}"/>
              </a:ext>
            </a:extLst>
          </p:cNvPr>
          <p:cNvSpPr txBox="1"/>
          <p:nvPr userDrawn="1"/>
        </p:nvSpPr>
        <p:spPr>
          <a:xfrm>
            <a:off x="1917490" y="9650675"/>
            <a:ext cx="2287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</a:t>
            </a:r>
            <a:r>
              <a:rPr lang="en-US" b="1" dirty="0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</a:t>
            </a:r>
            <a:r>
              <a:rPr lang="en-US" b="1" dirty="0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Ladang</a:t>
            </a:r>
            <a:endParaRPr lang="id-ID" b="1" dirty="0">
              <a:solidFill>
                <a:sysClr val="windowText" lastClr="0000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4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62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9" r:id="rId2"/>
    <p:sldLayoutId id="2147483698" r:id="rId3"/>
  </p:sldLayoutIdLst>
  <p:txStyles>
    <p:titleStyle>
      <a:lvl1pPr algn="l" defTabSz="771571" rtl="0" eaLnBrk="1" latinLnBrk="0" hangingPunct="1">
        <a:lnSpc>
          <a:spcPct val="90000"/>
        </a:lnSpc>
        <a:spcBef>
          <a:spcPct val="0"/>
        </a:spcBef>
        <a:buNone/>
        <a:defRPr sz="3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93" indent="-192893" algn="l" defTabSz="771571" rtl="0" eaLnBrk="1" latinLnBrk="0" hangingPunct="1">
        <a:lnSpc>
          <a:spcPct val="90000"/>
        </a:lnSpc>
        <a:spcBef>
          <a:spcPts val="844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+mn-lt"/>
          <a:ea typeface="+mn-ea"/>
          <a:cs typeface="+mn-cs"/>
        </a:defRPr>
      </a:lvl1pPr>
      <a:lvl2pPr marL="578678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964463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35024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736034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212181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507605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893390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279176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85785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77157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3pPr>
      <a:lvl4pPr marL="1157356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54314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1928927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314712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700498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086283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F60082-D886-4F74-9679-82D244AD3AC7}"/>
              </a:ext>
            </a:extLst>
          </p:cNvPr>
          <p:cNvSpPr/>
          <p:nvPr/>
        </p:nvSpPr>
        <p:spPr>
          <a:xfrm>
            <a:off x="723900" y="3230880"/>
            <a:ext cx="8534400" cy="16764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0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Proses Monitoring Pesanan </a:t>
            </a:r>
          </a:p>
        </p:txBody>
      </p:sp>
    </p:spTree>
    <p:extLst>
      <p:ext uri="{BB962C8B-B14F-4D97-AF65-F5344CB8AC3E}">
        <p14:creationId xmlns:p14="http://schemas.microsoft.com/office/powerpoint/2010/main" val="2550021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338CE4-6499-48FC-99BD-4B7DECDA1393}"/>
              </a:ext>
            </a:extLst>
          </p:cNvPr>
          <p:cNvSpPr txBox="1"/>
          <p:nvPr/>
        </p:nvSpPr>
        <p:spPr>
          <a:xfrm>
            <a:off x="1266825" y="1271458"/>
            <a:ext cx="775335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Asumsinya sekolah sudah selesai melakukan proses pemesanan.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Sekolah hanya menunggu proses dan pengiriman barang dari penjual.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Ketika barang sudah diterima sekolah, sekolah mulai aktif di aplikasi.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Perhatikan label kuning pada setiap postingan, agar dapat membedakan mana yang sedang “</a:t>
            </a:r>
            <a:r>
              <a:rPr lang="id-ID" sz="3200" b="1" dirty="0">
                <a:solidFill>
                  <a:schemeClr val="bg1"/>
                </a:solidFill>
              </a:rPr>
              <a:t>monitoring”</a:t>
            </a:r>
            <a:r>
              <a:rPr lang="id-ID" sz="3200" dirty="0">
                <a:solidFill>
                  <a:schemeClr val="bg1"/>
                </a:solidFill>
              </a:rPr>
              <a:t> dan mana yang harus “</a:t>
            </a:r>
            <a:r>
              <a:rPr lang="id-ID" sz="3200" b="1" dirty="0">
                <a:solidFill>
                  <a:schemeClr val="bg1"/>
                </a:solidFill>
              </a:rPr>
              <a:t>process” </a:t>
            </a:r>
            <a:r>
              <a:rPr lang="id-ID" sz="3200" dirty="0">
                <a:solidFill>
                  <a:schemeClr val="bg1"/>
                </a:solidFill>
              </a:rPr>
              <a:t>oleh sekolah.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681FCF-DD33-4B17-9D4E-899E3AFD0225}"/>
              </a:ext>
            </a:extLst>
          </p:cNvPr>
          <p:cNvCxnSpPr>
            <a:cxnSpLocks/>
          </p:cNvCxnSpPr>
          <p:nvPr/>
        </p:nvCxnSpPr>
        <p:spPr>
          <a:xfrm rot="16200000" flipV="1">
            <a:off x="-1210625" y="2521270"/>
            <a:ext cx="4282439" cy="672462"/>
          </a:xfrm>
          <a:prstGeom prst="bentConnector3">
            <a:avLst>
              <a:gd name="adj1" fmla="val 890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7D871577-F3F7-46AE-A836-27A15FCEFCC4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#Notice</a:t>
            </a:r>
          </a:p>
        </p:txBody>
      </p:sp>
    </p:spTree>
    <p:extLst>
      <p:ext uri="{BB962C8B-B14F-4D97-AF65-F5344CB8AC3E}">
        <p14:creationId xmlns:p14="http://schemas.microsoft.com/office/powerpoint/2010/main" val="1155383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6C6B5C-6888-4AF6-9632-00042E68D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231584"/>
            <a:ext cx="7162800" cy="33166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DFF920A-5758-47DA-BA93-6D83F0A98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135" y="4955790"/>
            <a:ext cx="3324225" cy="288607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3A2DEE-EBE8-46A3-B58E-27C353C52ED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01093" y="2772092"/>
            <a:ext cx="2770505" cy="1316990"/>
          </a:xfrm>
          <a:prstGeom prst="bentConnector3">
            <a:avLst>
              <a:gd name="adj1" fmla="val 1524"/>
            </a:avLst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F97F2C-1DAC-43AE-A5C8-2A90378F14F6}"/>
              </a:ext>
            </a:extLst>
          </p:cNvPr>
          <p:cNvSpPr/>
          <p:nvPr/>
        </p:nvSpPr>
        <p:spPr>
          <a:xfrm>
            <a:off x="7284720" y="6131560"/>
            <a:ext cx="1306830" cy="5143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7FD0A3-0DA0-4716-AB13-4BA58D51D548}"/>
              </a:ext>
            </a:extLst>
          </p:cNvPr>
          <p:cNvSpPr txBox="1"/>
          <p:nvPr/>
        </p:nvSpPr>
        <p:spPr>
          <a:xfrm>
            <a:off x="491490" y="5614858"/>
            <a:ext cx="56502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Pastikan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pembeli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sudah</a:t>
            </a:r>
            <a:r>
              <a:rPr lang="en-US" sz="3200" dirty="0">
                <a:solidFill>
                  <a:schemeClr val="bg1"/>
                </a:solidFill>
              </a:rPr>
              <a:t>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Klik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tombol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lonceng</a:t>
            </a:r>
            <a:endParaRPr lang="en-US" sz="3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Pilih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Transaksi</a:t>
            </a:r>
            <a:endParaRPr lang="id-ID" sz="3200" b="1" dirty="0">
              <a:solidFill>
                <a:schemeClr val="bg1"/>
              </a:solidFill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DA8EB262-3A52-4925-8508-809C314CAF01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#monitoring</a:t>
            </a:r>
          </a:p>
        </p:txBody>
      </p:sp>
    </p:spTree>
    <p:extLst>
      <p:ext uri="{BB962C8B-B14F-4D97-AF65-F5344CB8AC3E}">
        <p14:creationId xmlns:p14="http://schemas.microsoft.com/office/powerpoint/2010/main" val="62673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C65F64-C1E5-4612-BB69-375DD7995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1903910"/>
            <a:ext cx="9418320" cy="356884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AA6DBD-F1C9-4086-AAD9-F0A3A0A280D5}"/>
              </a:ext>
            </a:extLst>
          </p:cNvPr>
          <p:cNvSpPr/>
          <p:nvPr/>
        </p:nvSpPr>
        <p:spPr>
          <a:xfrm>
            <a:off x="4998720" y="4175760"/>
            <a:ext cx="2194560" cy="762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73302-E25D-4B2E-8F21-B73C8856F6AA}"/>
              </a:ext>
            </a:extLst>
          </p:cNvPr>
          <p:cNvSpPr txBox="1"/>
          <p:nvPr/>
        </p:nvSpPr>
        <p:spPr>
          <a:xfrm>
            <a:off x="434340" y="5980618"/>
            <a:ext cx="9418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Pesanan</a:t>
            </a:r>
            <a:r>
              <a:rPr lang="en-US" sz="3200" dirty="0">
                <a:solidFill>
                  <a:schemeClr val="bg1"/>
                </a:solidFill>
              </a:rPr>
              <a:t> yang </a:t>
            </a:r>
            <a:r>
              <a:rPr lang="en-US" sz="3200" dirty="0" err="1">
                <a:solidFill>
                  <a:schemeClr val="bg1"/>
                </a:solidFill>
              </a:rPr>
              <a:t>baru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tampil</a:t>
            </a:r>
            <a:r>
              <a:rPr lang="en-US" sz="3200" dirty="0">
                <a:solidFill>
                  <a:schemeClr val="bg1"/>
                </a:solidFill>
              </a:rPr>
              <a:t> di </a:t>
            </a:r>
            <a:r>
              <a:rPr lang="en-US" sz="3200" b="1" dirty="0">
                <a:solidFill>
                  <a:schemeClr val="bg1"/>
                </a:solidFill>
              </a:rPr>
              <a:t>“</a:t>
            </a:r>
            <a:r>
              <a:rPr lang="en-US" sz="3200" b="1" dirty="0" err="1">
                <a:solidFill>
                  <a:schemeClr val="bg1"/>
                </a:solidFill>
              </a:rPr>
              <a:t>Pesanan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Saat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Ini</a:t>
            </a:r>
            <a:r>
              <a:rPr lang="en-US" sz="3200" b="1" dirty="0">
                <a:solidFill>
                  <a:schemeClr val="bg1"/>
                </a:solidFill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Status </a:t>
            </a:r>
            <a:r>
              <a:rPr lang="en-US" sz="3200" dirty="0" err="1">
                <a:solidFill>
                  <a:schemeClr val="bg1"/>
                </a:solidFill>
              </a:rPr>
              <a:t>pembelian</a:t>
            </a:r>
            <a:r>
              <a:rPr lang="id-ID" sz="3200" dirty="0">
                <a:solidFill>
                  <a:schemeClr val="bg1"/>
                </a:solidFill>
              </a:rPr>
              <a:t>: </a:t>
            </a:r>
            <a:r>
              <a:rPr lang="en-US" sz="3200" b="1" dirty="0">
                <a:solidFill>
                  <a:schemeClr val="bg1"/>
                </a:solidFill>
              </a:rPr>
              <a:t>“</a:t>
            </a:r>
            <a:r>
              <a:rPr lang="en-US" sz="3200" b="1" dirty="0" err="1">
                <a:solidFill>
                  <a:schemeClr val="bg1"/>
                </a:solidFill>
              </a:rPr>
              <a:t>Menunggu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Diproses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Penjual</a:t>
            </a:r>
            <a:r>
              <a:rPr lang="en-US" sz="3200" b="1" dirty="0">
                <a:solidFill>
                  <a:schemeClr val="bg1"/>
                </a:solidFill>
              </a:rPr>
              <a:t>”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EDE0BF6E-8A31-422B-A412-44F9D57F2DD8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#monitoring</a:t>
            </a:r>
          </a:p>
        </p:txBody>
      </p:sp>
    </p:spTree>
    <p:extLst>
      <p:ext uri="{BB962C8B-B14F-4D97-AF65-F5344CB8AC3E}">
        <p14:creationId xmlns:p14="http://schemas.microsoft.com/office/powerpoint/2010/main" val="2531376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954F9C-0C53-4E4B-AD4A-4FAF920D5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3101"/>
            <a:ext cx="10287000" cy="25589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34340" y="5980618"/>
            <a:ext cx="9418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K</a:t>
            </a:r>
            <a:r>
              <a:rPr lang="en-US" sz="3200" dirty="0" err="1">
                <a:solidFill>
                  <a:schemeClr val="bg1"/>
                </a:solidFill>
              </a:rPr>
              <a:t>etika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pesanan</a:t>
            </a:r>
            <a:r>
              <a:rPr lang="id-ID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sudah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diproses</a:t>
            </a:r>
            <a:r>
              <a:rPr lang="en-US" sz="3200" dirty="0">
                <a:solidFill>
                  <a:schemeClr val="bg1"/>
                </a:solidFill>
              </a:rPr>
              <a:t> oleh</a:t>
            </a:r>
            <a:r>
              <a:rPr lang="id-ID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penjual</a:t>
            </a:r>
            <a:r>
              <a:rPr lang="id-ID" sz="3200" dirty="0">
                <a:solidFill>
                  <a:schemeClr val="bg1"/>
                </a:solidFill>
              </a:rPr>
              <a:t>, d</a:t>
            </a:r>
            <a:r>
              <a:rPr lang="en-US" sz="3200" dirty="0" err="1">
                <a:solidFill>
                  <a:schemeClr val="bg1"/>
                </a:solidFill>
              </a:rPr>
              <a:t>ari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sini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pembeli</a:t>
            </a:r>
            <a:r>
              <a:rPr lang="id-ID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bis</a:t>
            </a:r>
            <a:r>
              <a:rPr lang="id-ID" sz="3200" dirty="0">
                <a:solidFill>
                  <a:schemeClr val="bg1"/>
                </a:solidFill>
              </a:rPr>
              <a:t>a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cetak</a:t>
            </a:r>
            <a:r>
              <a:rPr lang="en-US" sz="3200" dirty="0">
                <a:solidFill>
                  <a:schemeClr val="bg1"/>
                </a:solidFill>
              </a:rPr>
              <a:t> PO </a:t>
            </a:r>
            <a:r>
              <a:rPr lang="en-US" sz="3200" dirty="0" err="1">
                <a:solidFill>
                  <a:schemeClr val="bg1"/>
                </a:solidFill>
              </a:rPr>
              <a:t>dengan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cara</a:t>
            </a:r>
            <a:r>
              <a:rPr lang="id-ID" sz="3200" dirty="0">
                <a:solidFill>
                  <a:schemeClr val="bg1"/>
                </a:solidFill>
              </a:rPr>
              <a:t> klik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lihat</a:t>
            </a:r>
            <a:r>
              <a:rPr lang="en-US" sz="3200" dirty="0">
                <a:solidFill>
                  <a:schemeClr val="bg1"/>
                </a:solidFill>
              </a:rPr>
              <a:t> detail.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0B6DBACB-F6C0-461D-B1C0-52D0304A5CC5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#monitoring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1A825C-8999-4B7F-866B-8E4011988288}"/>
              </a:ext>
            </a:extLst>
          </p:cNvPr>
          <p:cNvSpPr/>
          <p:nvPr/>
        </p:nvSpPr>
        <p:spPr>
          <a:xfrm>
            <a:off x="7513320" y="2249301"/>
            <a:ext cx="2560320" cy="72249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2458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16242" y="7932480"/>
            <a:ext cx="941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>
                <a:solidFill>
                  <a:schemeClr val="bg1"/>
                </a:solidFill>
              </a:rPr>
              <a:t>T</a:t>
            </a:r>
            <a:r>
              <a:rPr lang="en-US" sz="3200" dirty="0" err="1">
                <a:solidFill>
                  <a:schemeClr val="bg1"/>
                </a:solidFill>
              </a:rPr>
              <a:t>ampilan</a:t>
            </a:r>
            <a:r>
              <a:rPr lang="en-US" sz="3200" dirty="0">
                <a:solidFill>
                  <a:schemeClr val="bg1"/>
                </a:solidFill>
              </a:rPr>
              <a:t> detail </a:t>
            </a:r>
            <a:r>
              <a:rPr lang="en-US" sz="3200" dirty="0" err="1">
                <a:solidFill>
                  <a:schemeClr val="bg1"/>
                </a:solidFill>
              </a:rPr>
              <a:t>pesanan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en-US" sz="3200" i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AE58C-31B1-4C99-A6F2-FA911D87B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1440180"/>
            <a:ext cx="9382125" cy="6096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Arrow: Pentagon 6">
            <a:extLst>
              <a:ext uri="{FF2B5EF4-FFF2-40B4-BE49-F238E27FC236}">
                <a16:creationId xmlns:a16="http://schemas.microsoft.com/office/drawing/2014/main" id="{6F3EC93F-6B11-414A-A27B-0A24BECEEB5D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#monitoring</a:t>
            </a:r>
          </a:p>
        </p:txBody>
      </p:sp>
    </p:spTree>
    <p:extLst>
      <p:ext uri="{BB962C8B-B14F-4D97-AF65-F5344CB8AC3E}">
        <p14:creationId xmlns:p14="http://schemas.microsoft.com/office/powerpoint/2010/main" val="371096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16242" y="6804720"/>
            <a:ext cx="941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Status pembelian: </a:t>
            </a:r>
            <a:r>
              <a:rPr lang="id-ID" sz="3200" b="1" dirty="0">
                <a:solidFill>
                  <a:schemeClr val="bg1"/>
                </a:solidFill>
              </a:rPr>
              <a:t>“Dalam Pengiriman”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E22FBF-F4CE-45C2-A016-34EEFA18A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098" y="3038803"/>
            <a:ext cx="10287000" cy="28377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2F75DC74-0559-475A-A2FF-0AD5DEF0A576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#monitoring</a:t>
            </a:r>
          </a:p>
        </p:txBody>
      </p:sp>
    </p:spTree>
    <p:extLst>
      <p:ext uri="{BB962C8B-B14F-4D97-AF65-F5344CB8AC3E}">
        <p14:creationId xmlns:p14="http://schemas.microsoft.com/office/powerpoint/2010/main" val="321140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81647" y="7201972"/>
            <a:ext cx="94183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Status dalam pengiriman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Disini terdapat tombol </a:t>
            </a:r>
            <a:r>
              <a:rPr lang="id-ID" sz="3200" b="1" dirty="0">
                <a:solidFill>
                  <a:schemeClr val="bg1"/>
                </a:solidFill>
              </a:rPr>
              <a:t>“Barang telah diterima”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Klik tombol tersebut ketika barang sudah diterima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87A13-A1FC-4955-8A78-2D95F397B3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9"/>
          <a:stretch/>
        </p:blipFill>
        <p:spPr>
          <a:xfrm>
            <a:off x="481647" y="1022925"/>
            <a:ext cx="9418320" cy="6076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A83974-A2A6-4980-8301-2D11CC7148B4}"/>
              </a:ext>
            </a:extLst>
          </p:cNvPr>
          <p:cNvSpPr/>
          <p:nvPr/>
        </p:nvSpPr>
        <p:spPr>
          <a:xfrm>
            <a:off x="7073900" y="3368993"/>
            <a:ext cx="2731453" cy="127920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91DDBF4-8811-4804-A7D8-49B4CDD05A17}"/>
              </a:ext>
            </a:extLst>
          </p:cNvPr>
          <p:cNvSpPr/>
          <p:nvPr/>
        </p:nvSpPr>
        <p:spPr>
          <a:xfrm>
            <a:off x="0" y="0"/>
            <a:ext cx="2042160" cy="72388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#process</a:t>
            </a:r>
          </a:p>
        </p:txBody>
      </p:sp>
    </p:spTree>
    <p:extLst>
      <p:ext uri="{BB962C8B-B14F-4D97-AF65-F5344CB8AC3E}">
        <p14:creationId xmlns:p14="http://schemas.microsoft.com/office/powerpoint/2010/main" val="3486352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297180" y="4518720"/>
            <a:ext cx="94183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Status Pembelian : </a:t>
            </a:r>
            <a:r>
              <a:rPr lang="id-ID" sz="3200" b="1" dirty="0">
                <a:solidFill>
                  <a:schemeClr val="bg1"/>
                </a:solidFill>
              </a:rPr>
              <a:t>Barang diterima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Selanjutnya Pembeli melakukan pembayaran dengan cara transfer pada </a:t>
            </a:r>
            <a:r>
              <a:rPr lang="id-ID" sz="3200" b="1" dirty="0">
                <a:solidFill>
                  <a:schemeClr val="bg1"/>
                </a:solidFill>
              </a:rPr>
              <a:t>Rekening Toko Ladang</a:t>
            </a:r>
            <a:r>
              <a:rPr lang="id-ID" sz="32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Rekening bisa dicek di website siplah.tokoladang.co.id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Setelah melakukan pembayaran bisa melakukan </a:t>
            </a:r>
            <a:r>
              <a:rPr lang="id-ID" sz="3200" b="1" dirty="0">
                <a:solidFill>
                  <a:schemeClr val="bg1"/>
                </a:solidFill>
              </a:rPr>
              <a:t>Konfirmasi Pembayaran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4B91F-F41E-4ED8-8969-A67D9DE17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0985"/>
            <a:ext cx="10287000" cy="25809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29B59E80-49C9-4F79-B5B1-6DD958D202F3}"/>
              </a:ext>
            </a:extLst>
          </p:cNvPr>
          <p:cNvSpPr/>
          <p:nvPr/>
        </p:nvSpPr>
        <p:spPr>
          <a:xfrm>
            <a:off x="0" y="0"/>
            <a:ext cx="2042160" cy="72388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#process</a:t>
            </a:r>
          </a:p>
        </p:txBody>
      </p:sp>
    </p:spTree>
    <p:extLst>
      <p:ext uri="{BB962C8B-B14F-4D97-AF65-F5344CB8AC3E}">
        <p14:creationId xmlns:p14="http://schemas.microsoft.com/office/powerpoint/2010/main" val="3195457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34340" y="6251257"/>
            <a:ext cx="94183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Ini form untuk konfirmasi pembayaran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Pilih Bank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Ketik nomor rekening sekolah / rekening yang digunakan untuk transfer.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Scan =&gt; Upload bukti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Scan =&gt; Upload BAST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24D36-1C68-43F9-80F0-1685A879D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37" y="164782"/>
            <a:ext cx="5267325" cy="6086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Arrow: Pentagon 7">
            <a:extLst>
              <a:ext uri="{FF2B5EF4-FFF2-40B4-BE49-F238E27FC236}">
                <a16:creationId xmlns:a16="http://schemas.microsoft.com/office/drawing/2014/main" id="{1A8343B2-E121-404F-A6F6-D979BB2D471C}"/>
              </a:ext>
            </a:extLst>
          </p:cNvPr>
          <p:cNvSpPr/>
          <p:nvPr/>
        </p:nvSpPr>
        <p:spPr>
          <a:xfrm>
            <a:off x="0" y="0"/>
            <a:ext cx="2042160" cy="72388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#process</a:t>
            </a:r>
          </a:p>
        </p:txBody>
      </p:sp>
    </p:spTree>
    <p:extLst>
      <p:ext uri="{BB962C8B-B14F-4D97-AF65-F5344CB8AC3E}">
        <p14:creationId xmlns:p14="http://schemas.microsoft.com/office/powerpoint/2010/main" val="2061677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263389" y="8567737"/>
            <a:ext cx="1760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>
                <a:solidFill>
                  <a:schemeClr val="bg1"/>
                </a:solidFill>
              </a:rPr>
              <a:t>CONTOH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42D3D3-17F7-46C3-93FE-BB8B9ADD2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47" y="723880"/>
            <a:ext cx="6999923" cy="75695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Arrow: Pentagon 7">
            <a:extLst>
              <a:ext uri="{FF2B5EF4-FFF2-40B4-BE49-F238E27FC236}">
                <a16:creationId xmlns:a16="http://schemas.microsoft.com/office/drawing/2014/main" id="{B81CA0C7-31BD-40AE-B05D-BCBCE9A4C736}"/>
              </a:ext>
            </a:extLst>
          </p:cNvPr>
          <p:cNvSpPr/>
          <p:nvPr/>
        </p:nvSpPr>
        <p:spPr>
          <a:xfrm>
            <a:off x="0" y="0"/>
            <a:ext cx="2042160" cy="72388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#process</a:t>
            </a:r>
          </a:p>
        </p:txBody>
      </p:sp>
    </p:spTree>
    <p:extLst>
      <p:ext uri="{BB962C8B-B14F-4D97-AF65-F5344CB8AC3E}">
        <p14:creationId xmlns:p14="http://schemas.microsoft.com/office/powerpoint/2010/main" val="418184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2693668" y="5824537"/>
            <a:ext cx="73952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>
                <a:solidFill>
                  <a:schemeClr val="bg1"/>
                </a:solidFill>
              </a:rPr>
              <a:t>Status Pembelian : </a:t>
            </a:r>
            <a:r>
              <a:rPr lang="id-ID" sz="3200" b="1" dirty="0">
                <a:solidFill>
                  <a:schemeClr val="bg1"/>
                </a:solidFill>
              </a:rPr>
              <a:t>“Dibayar”</a:t>
            </a:r>
            <a:r>
              <a:rPr lang="id-ID" sz="3200" dirty="0">
                <a:solidFill>
                  <a:schemeClr val="bg1"/>
                </a:solidFill>
              </a:rPr>
              <a:t>, pindah di tab halaman </a:t>
            </a:r>
            <a:r>
              <a:rPr lang="id-ID" sz="3200" b="1" dirty="0">
                <a:solidFill>
                  <a:schemeClr val="bg1"/>
                </a:solidFill>
              </a:rPr>
              <a:t>“PESANAN SELESAI”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E8A8E-F620-4FDA-A56B-40D829269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3015"/>
            <a:ext cx="10287000" cy="38386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FFF6754-B60A-4A10-990C-A02FA4576AFE}"/>
              </a:ext>
            </a:extLst>
          </p:cNvPr>
          <p:cNvSpPr/>
          <p:nvPr/>
        </p:nvSpPr>
        <p:spPr>
          <a:xfrm>
            <a:off x="0" y="0"/>
            <a:ext cx="2042160" cy="72388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#process</a:t>
            </a:r>
          </a:p>
        </p:txBody>
      </p:sp>
    </p:spTree>
    <p:extLst>
      <p:ext uri="{BB962C8B-B14F-4D97-AF65-F5344CB8AC3E}">
        <p14:creationId xmlns:p14="http://schemas.microsoft.com/office/powerpoint/2010/main" val="12130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5BDA7C6CE0794CB690081AF5BE7757" ma:contentTypeVersion="3" ma:contentTypeDescription="Create a new document." ma:contentTypeScope="" ma:versionID="44b1045e285762bee7b65659c1d8a1ab">
  <xsd:schema xmlns:xsd="http://www.w3.org/2001/XMLSchema" xmlns:xs="http://www.w3.org/2001/XMLSchema" xmlns:p="http://schemas.microsoft.com/office/2006/metadata/properties" xmlns:ns3="53433e96-4a1d-409d-a130-842bedef70f8" targetNamespace="http://schemas.microsoft.com/office/2006/metadata/properties" ma:root="true" ma:fieldsID="a650c8404bbdd64b99b0b1ec51252d95" ns3:_="">
    <xsd:import namespace="53433e96-4a1d-409d-a130-842bedef70f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433e96-4a1d-409d-a130-842bedef70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DC79B7-B123-447E-84CE-9AA90B0D76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1995FC-08E7-4CE3-AAD9-37C0023556F1}">
  <ds:schemaRefs>
    <ds:schemaRef ds:uri="http://purl.org/dc/elements/1.1/"/>
    <ds:schemaRef ds:uri="53433e96-4a1d-409d-a130-842bedef70f8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8444BF6-EE7C-43B3-8C74-FAC914ABF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433e96-4a1d-409d-a130-842bedef70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</TotalTime>
  <Words>237</Words>
  <Application>Microsoft Office PowerPoint</Application>
  <PresentationFormat>Custom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Adobe Gothic Std B</vt:lpstr>
      <vt:lpstr>Arial</vt:lpstr>
      <vt:lpstr>Calibri</vt:lpstr>
      <vt:lpstr>Gentium Book Basic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mexop99</dc:creator>
  <cp:lastModifiedBy>mexop99</cp:lastModifiedBy>
  <cp:revision>21</cp:revision>
  <dcterms:created xsi:type="dcterms:W3CDTF">2020-01-19T19:50:39Z</dcterms:created>
  <dcterms:modified xsi:type="dcterms:W3CDTF">2020-02-10T06:34:48Z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0x0101001B5BDA7C6CE0794CB690081AF5BE7757</vt:lpwstr>
  </property>
</Properties>
</file>