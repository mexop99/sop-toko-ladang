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74" r:id="rId5"/>
    <p:sldId id="275" r:id="rId6"/>
    <p:sldId id="276" r:id="rId7"/>
    <p:sldId id="277" r:id="rId8"/>
    <p:sldId id="278" r:id="rId9"/>
    <p:sldId id="279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E957-88BD-4004-AF15-EB293CFBD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1170D1-FA2A-445A-8C23-27A3E6318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1C4CF-F92D-44FB-A70A-3859895BC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833F1-B2A3-4A23-B970-009B8AA903CA}" type="datetimeFigureOut">
              <a:rPr lang="id-ID" smtClean="0"/>
              <a:t>22/01/2020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F61C5-2BCD-4787-9BBE-BCBC7CD1A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BC9F9-6B5D-48F6-8C42-CD2EBBBC2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9D9EE-32A6-4B9B-83ED-60D5860CD05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15998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A3A468-6690-45A2-9557-C5AFAE85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833F1-B2A3-4A23-B970-009B8AA903CA}" type="datetimeFigureOut">
              <a:rPr lang="id-ID" smtClean="0"/>
              <a:t>22/01/2020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F47630-EC68-4C6A-A859-2415BB02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17B88-1A28-49EB-BB14-C4C3105E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9D9EE-32A6-4B9B-83ED-60D5860CD05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20169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17E40D-B216-4710-BD18-207E86DC4C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33" y="-299340"/>
            <a:ext cx="11391334" cy="745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15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F2B9716-6D9E-4FF5-B8A4-2905B9ECA039}"/>
              </a:ext>
            </a:extLst>
          </p:cNvPr>
          <p:cNvGrpSpPr/>
          <p:nvPr userDrawn="1"/>
        </p:nvGrpSpPr>
        <p:grpSpPr>
          <a:xfrm>
            <a:off x="0" y="0"/>
            <a:ext cx="12192000" cy="795799"/>
            <a:chOff x="0" y="0"/>
            <a:chExt cx="12192000" cy="79579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E3D485D-2527-422C-AF3B-1FF0890DF66C}"/>
                </a:ext>
              </a:extLst>
            </p:cNvPr>
            <p:cNvSpPr/>
            <p:nvPr userDrawn="1"/>
          </p:nvSpPr>
          <p:spPr>
            <a:xfrm>
              <a:off x="0" y="1"/>
              <a:ext cx="12192000" cy="79579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Flowchart: Off-page Connector 3">
              <a:extLst>
                <a:ext uri="{FF2B5EF4-FFF2-40B4-BE49-F238E27FC236}">
                  <a16:creationId xmlns:a16="http://schemas.microsoft.com/office/drawing/2014/main" id="{4F7F8146-7DE7-4F8A-8AAF-DFD37AA16B5E}"/>
                </a:ext>
              </a:extLst>
            </p:cNvPr>
            <p:cNvSpPr/>
            <p:nvPr userDrawn="1"/>
          </p:nvSpPr>
          <p:spPr>
            <a:xfrm>
              <a:off x="11681693" y="0"/>
              <a:ext cx="360218" cy="659613"/>
            </a:xfrm>
            <a:prstGeom prst="flowChartOffpageConnector">
              <a:avLst/>
            </a:prstGeom>
            <a:solidFill>
              <a:srgbClr val="FFC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4685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2">
            <a:extLst>
              <a:ext uri="{FF2B5EF4-FFF2-40B4-BE49-F238E27FC236}">
                <a16:creationId xmlns:a16="http://schemas.microsoft.com/office/drawing/2014/main" id="{52315153-FEE1-47CE-B08B-97D553AF9F2B}"/>
              </a:ext>
            </a:extLst>
          </p:cNvPr>
          <p:cNvSpPr/>
          <p:nvPr userDrawn="1"/>
        </p:nvSpPr>
        <p:spPr>
          <a:xfrm>
            <a:off x="196628" y="136185"/>
            <a:ext cx="11777199" cy="6572083"/>
          </a:xfrm>
          <a:prstGeom prst="roundRect">
            <a:avLst>
              <a:gd name="adj" fmla="val 2228"/>
            </a:avLst>
          </a:prstGeom>
          <a:solidFill>
            <a:schemeClr val="bg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2B9716-6D9E-4FF5-B8A4-2905B9ECA039}"/>
              </a:ext>
            </a:extLst>
          </p:cNvPr>
          <p:cNvGrpSpPr/>
          <p:nvPr userDrawn="1"/>
        </p:nvGrpSpPr>
        <p:grpSpPr>
          <a:xfrm>
            <a:off x="0" y="0"/>
            <a:ext cx="12192000" cy="795799"/>
            <a:chOff x="0" y="0"/>
            <a:chExt cx="12192000" cy="79579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E3D485D-2527-422C-AF3B-1FF0890DF66C}"/>
                </a:ext>
              </a:extLst>
            </p:cNvPr>
            <p:cNvSpPr/>
            <p:nvPr userDrawn="1"/>
          </p:nvSpPr>
          <p:spPr>
            <a:xfrm>
              <a:off x="0" y="1"/>
              <a:ext cx="12192000" cy="79579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Flowchart: Off-page Connector 3">
              <a:extLst>
                <a:ext uri="{FF2B5EF4-FFF2-40B4-BE49-F238E27FC236}">
                  <a16:creationId xmlns:a16="http://schemas.microsoft.com/office/drawing/2014/main" id="{4F7F8146-7DE7-4F8A-8AAF-DFD37AA16B5E}"/>
                </a:ext>
              </a:extLst>
            </p:cNvPr>
            <p:cNvSpPr/>
            <p:nvPr userDrawn="1"/>
          </p:nvSpPr>
          <p:spPr>
            <a:xfrm>
              <a:off x="11681693" y="0"/>
              <a:ext cx="360218" cy="659613"/>
            </a:xfrm>
            <a:prstGeom prst="flowChartOffpageConnector">
              <a:avLst/>
            </a:prstGeom>
            <a:solidFill>
              <a:srgbClr val="FFC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283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739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8D889D7-F25F-45C3-8103-EECB8A90D9A4}"/>
              </a:ext>
            </a:extLst>
          </p:cNvPr>
          <p:cNvGrpSpPr/>
          <p:nvPr userDrawn="1"/>
        </p:nvGrpSpPr>
        <p:grpSpPr>
          <a:xfrm>
            <a:off x="0" y="0"/>
            <a:ext cx="12192000" cy="795799"/>
            <a:chOff x="0" y="0"/>
            <a:chExt cx="12192000" cy="79579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99C8EAE-558B-4B18-A045-E66D02CD98FA}"/>
                </a:ext>
              </a:extLst>
            </p:cNvPr>
            <p:cNvSpPr/>
            <p:nvPr userDrawn="1"/>
          </p:nvSpPr>
          <p:spPr>
            <a:xfrm>
              <a:off x="0" y="1"/>
              <a:ext cx="12192000" cy="79579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Flowchart: Off-page Connector 2">
              <a:extLst>
                <a:ext uri="{FF2B5EF4-FFF2-40B4-BE49-F238E27FC236}">
                  <a16:creationId xmlns:a16="http://schemas.microsoft.com/office/drawing/2014/main" id="{F9ADE544-D898-415A-AAB9-A06686406076}"/>
                </a:ext>
              </a:extLst>
            </p:cNvPr>
            <p:cNvSpPr/>
            <p:nvPr userDrawn="1"/>
          </p:nvSpPr>
          <p:spPr>
            <a:xfrm>
              <a:off x="11681693" y="0"/>
              <a:ext cx="360218" cy="659613"/>
            </a:xfrm>
            <a:prstGeom prst="flowChartOffpageConnector">
              <a:avLst/>
            </a:prstGeom>
            <a:solidFill>
              <a:srgbClr val="FFC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349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9C8EAE-558B-4B18-A045-E66D02CD98FA}"/>
              </a:ext>
            </a:extLst>
          </p:cNvPr>
          <p:cNvSpPr/>
          <p:nvPr userDrawn="1"/>
        </p:nvSpPr>
        <p:spPr>
          <a:xfrm>
            <a:off x="0" y="1"/>
            <a:ext cx="12192000" cy="795798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lowchart: Off-page Connector 2">
            <a:extLst>
              <a:ext uri="{FF2B5EF4-FFF2-40B4-BE49-F238E27FC236}">
                <a16:creationId xmlns:a16="http://schemas.microsoft.com/office/drawing/2014/main" id="{F9ADE544-D898-415A-AAB9-A06686406076}"/>
              </a:ext>
            </a:extLst>
          </p:cNvPr>
          <p:cNvSpPr/>
          <p:nvPr userDrawn="1"/>
        </p:nvSpPr>
        <p:spPr>
          <a:xfrm>
            <a:off x="11681693" y="0"/>
            <a:ext cx="360218" cy="659613"/>
          </a:xfrm>
          <a:prstGeom prst="flowChartOffpageConnector">
            <a:avLst/>
          </a:prstGeom>
          <a:solidFill>
            <a:srgbClr val="FFC00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684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E1CD0F0-C157-4A74-85C5-3764950204CE}"/>
              </a:ext>
            </a:extLst>
          </p:cNvPr>
          <p:cNvSpPr/>
          <p:nvPr userDrawn="1"/>
        </p:nvSpPr>
        <p:spPr>
          <a:xfrm>
            <a:off x="0" y="0"/>
            <a:ext cx="12191999" cy="2552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A88E2B-8914-4A51-93D1-53EE236F8DAE}"/>
              </a:ext>
            </a:extLst>
          </p:cNvPr>
          <p:cNvGrpSpPr/>
          <p:nvPr userDrawn="1"/>
        </p:nvGrpSpPr>
        <p:grpSpPr>
          <a:xfrm>
            <a:off x="1" y="2543120"/>
            <a:ext cx="12192000" cy="92498"/>
            <a:chOff x="11445923" y="0"/>
            <a:chExt cx="1119115" cy="255228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13FC2A0-2C8C-454E-A2FC-805728A75C98}"/>
                </a:ext>
              </a:extLst>
            </p:cNvPr>
            <p:cNvSpPr/>
            <p:nvPr/>
          </p:nvSpPr>
          <p:spPr>
            <a:xfrm>
              <a:off x="11818961" y="0"/>
              <a:ext cx="373038" cy="25522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690C1EE-6A6F-42D3-83B8-026B5166B341}"/>
                </a:ext>
              </a:extLst>
            </p:cNvPr>
            <p:cNvSpPr/>
            <p:nvPr/>
          </p:nvSpPr>
          <p:spPr>
            <a:xfrm>
              <a:off x="11445923" y="0"/>
              <a:ext cx="373038" cy="255228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FA40F-A963-4E4B-8411-ED8116D801AE}"/>
                </a:ext>
              </a:extLst>
            </p:cNvPr>
            <p:cNvSpPr/>
            <p:nvPr/>
          </p:nvSpPr>
          <p:spPr>
            <a:xfrm>
              <a:off x="12192000" y="0"/>
              <a:ext cx="373038" cy="255228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F457DA5-8BD8-4BD1-ABAC-1702790078A5}"/>
              </a:ext>
            </a:extLst>
          </p:cNvPr>
          <p:cNvGrpSpPr/>
          <p:nvPr userDrawn="1"/>
        </p:nvGrpSpPr>
        <p:grpSpPr>
          <a:xfrm>
            <a:off x="11126530" y="59960"/>
            <a:ext cx="983575" cy="1226175"/>
            <a:chOff x="8411919" y="701065"/>
            <a:chExt cx="2800065" cy="349070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5DD6D29-DDE2-45C1-A138-CADB303F7C9F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FDC7CD9-2180-42AE-8704-20DBF67B10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D0A05A7-05C3-49E0-9D7D-F545E41AF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A9F57B-F0AC-4B12-9AF5-A2D627622BC2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1285139-F2C4-446A-B33F-24C8A0E0D2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D5932DE-97EB-4356-AB7E-C15C95618C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C91D568-C449-4AA9-82B1-5329497816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8F475E-0095-4F26-BB26-022930977535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5EFA47E-8BD9-48B8-8713-E45FE90BC0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56E6CA7-B7F3-4621-A76D-BA617AA32ED8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74EE110-4344-4F52-A647-018872E82CB7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8D380D3-EEA7-40C1-B43D-07CD1E39FD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8724384-2A2C-43ED-8941-9540034BD8C4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0ACFEA-6181-41EB-8BED-A51527F7C0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11BAF15-78AF-4795-B4FC-753D1EF9E0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050C95F-629C-490C-8BAC-78DABCD855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A19A85-9EC7-455C-8DD6-187CB92EDEE4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7240E26-80CD-41EC-B8BB-D59466F37C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DC3978A-C5FA-42C9-8D7B-F6438BA6096E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4388F42-C696-4539-BD00-F21F87F844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148E84D-1A6D-4271-8A0A-660F1B15D1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2B5DA5F-B400-4F36-B83F-421F789314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44EE669-9E4C-4CA7-A3A7-33BC296CAA71}"/>
              </a:ext>
            </a:extLst>
          </p:cNvPr>
          <p:cNvGrpSpPr/>
          <p:nvPr userDrawn="1"/>
        </p:nvGrpSpPr>
        <p:grpSpPr>
          <a:xfrm rot="15730005">
            <a:off x="10036530" y="262594"/>
            <a:ext cx="983575" cy="1226175"/>
            <a:chOff x="8411919" y="701065"/>
            <a:chExt cx="2800065" cy="3490702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EC4FCD0-D80E-4BDE-A5CD-8F0BC7673FD2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CA6BF7A-2F64-4D37-A80A-A731FAAE69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7D40FFE-6973-4966-BE8A-2C8BFC6DE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8D0628B-4C25-405C-B92F-967A2F552D5E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55B7347-0448-457F-8A6E-209E78A22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1F3020F-2980-43D8-A6E1-A1C268398A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62F092F-EF39-4548-B871-05F5F502CC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36979FA-828A-48D4-9C8B-6F50EEDAC5A3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0A29C4-0BDC-4C57-A752-FBD4848DD6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195D661-139C-43DA-B191-64D4E3EB6F2C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A0B6320-BEEA-4ED4-886F-54835A7A8DCB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F0C052C-0C49-45D2-95B4-EB71C53035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8C62899-030E-4CD7-8551-E8FB609D8372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753D3BE-5268-47BB-88DC-D80B006144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E2C63B3-FEBC-4E81-A83F-442EFD970C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9839260-DA6B-4278-8342-339E9D7EEA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A9196E6-7FB0-4C52-A592-204D37882FDF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F56BBE9-7A54-44FD-8960-0A51776C14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F9F36F4-C91F-4046-832E-002EF0AE5503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7280801-44E2-40E6-9915-0A3ADC2636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3EA181D-8A90-4729-8E01-BAB32AE981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9547D6E-9ECC-481E-83BB-010BB8DA42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17AD10F-453A-4E8D-AD1B-4B24EAEAFAD1}"/>
              </a:ext>
            </a:extLst>
          </p:cNvPr>
          <p:cNvGrpSpPr/>
          <p:nvPr userDrawn="1"/>
        </p:nvGrpSpPr>
        <p:grpSpPr>
          <a:xfrm rot="6889181">
            <a:off x="10412956" y="1601928"/>
            <a:ext cx="796471" cy="992922"/>
            <a:chOff x="8411919" y="701065"/>
            <a:chExt cx="2800065" cy="3490702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DD64DF2-DC03-4DA2-8ECD-92414187EC81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6570102-6A32-4B3B-906D-BD8943799E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C6062CC-F21A-41D5-B8B5-545A842812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B52F408-DC70-476B-A49E-0EC9DCC8A68E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A5B904B-857F-43D9-88E8-9889A777C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EBCEDAA-E03D-4863-BBCD-A3499AB578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4D46D37-1080-4754-9469-9332FD8D44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25EE8BE-F561-4363-B07C-2A8568C849D8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CDEA6CE-6883-439C-90F3-B682651821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39EBADE-0038-4448-AE69-7A30F68146A9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C478AC4-0F9A-4B28-B8AE-A5C3FC191FD9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4C4057-53E5-4332-A8BC-0476466B17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6E5EB65-4860-47A3-A636-1D5B4086EBE5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8726D1F-8E94-41C4-91B4-FE73F6CA4A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C5EE4BC-D4F2-4506-A3BC-1F49233209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A371812-5AE7-41A7-8354-03341B0DD5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B530347-4200-441B-ABAD-B145DCE83342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E61C81E-2924-483B-81DE-205FCB7A44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324DC81-1E85-4D25-9885-81ACFF8EF9CE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F3CC859-CABB-414D-A81B-30AF7FDC40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C5B7264-49F4-4210-9CA1-CF355D0959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FED197B-9A2F-4634-9DE3-0062A5B452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A6F875E-26AF-47EC-80DA-4A202F58A299}"/>
              </a:ext>
            </a:extLst>
          </p:cNvPr>
          <p:cNvGrpSpPr/>
          <p:nvPr userDrawn="1"/>
        </p:nvGrpSpPr>
        <p:grpSpPr>
          <a:xfrm rot="20334324">
            <a:off x="11027040" y="751132"/>
            <a:ext cx="1164960" cy="1452298"/>
            <a:chOff x="8411919" y="701065"/>
            <a:chExt cx="2800065" cy="3490702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77BA5B5-C758-4877-800C-0C7E4D9CEBE4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83A37C0-EC73-49DF-8FB5-5ECE4448FD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1BA5729-6339-4F12-87C6-59FE607335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12BFEE7-A77F-4E6A-9E50-307AEE0A93E3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402FDBD-1882-4637-A220-48C025A195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BB18570-115A-4B82-B5E8-DEFEE35E36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3A398FB-C068-4429-A23D-89DBCBB6FF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B571856-F9E7-4ED8-B06C-57DFF6B9CC0F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A8CAEB4-E5DC-46B5-B31F-0CEF968450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1937CDF-54A0-4EB9-87AA-3A6F53380AA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EC0EDC4-79A2-48AC-9C2F-EC89AA5AF409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C7274A9-AD57-4BC8-9D3E-4444CD75C0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CE58877-41A8-426A-A97C-C7E929F3EBE6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DEBC82F-0A62-4539-9DAC-1F7078C43F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A5A7A4C-C4AC-4031-8AE8-3C1D0B91DF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3F73277-134F-4896-A41B-6121A44641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84486BE-FF72-4400-AED7-FC2F51FF896E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7E4E1DC-4629-41E4-881E-039F4A4E34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BEBF3104-364F-4626-A5B8-05B4D1ADCA6A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EA45D2F-F00F-4129-99E1-0B7C1B4A45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6CA710A-0CE7-4CEF-B09B-27A332D959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CF51995-51FB-475E-94CD-AEE40B2178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0D5CCF4-AEE8-4235-B77C-72150C7B86A8}"/>
              </a:ext>
            </a:extLst>
          </p:cNvPr>
          <p:cNvGrpSpPr/>
          <p:nvPr userDrawn="1"/>
        </p:nvGrpSpPr>
        <p:grpSpPr>
          <a:xfrm rot="20334324">
            <a:off x="9037156" y="71664"/>
            <a:ext cx="753407" cy="737354"/>
            <a:chOff x="8411919" y="701065"/>
            <a:chExt cx="2800065" cy="3490702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666712C-D9DC-4E1B-B224-EE2C1109D35C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3352840-ABD4-47EF-ADD9-AA88424C91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E9F6F136-D82F-4732-9A09-51877B300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2357C639-5D19-43DF-9527-8D32F5DC8C97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9BA665B-04B0-4300-9EB4-1CFFE3ED4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F1951ED-ABFB-4722-9F63-B0B27E2C2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64E12DE-0E57-4B8F-A49C-688E0958E9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E4BC377-B444-49A0-A473-E947787673A9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6B46601-4F83-4893-8A97-6736B822C1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67EEF4EC-D9C6-4972-9B35-88DF77520A96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2B4C8D5-FD70-44AE-8137-B0A8F4ACCEA6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EE403C5D-66B6-4B98-9623-F82EEB8A9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521883D-899C-437B-9424-C11E887F4C76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1EE4CB0-E6F1-4616-8CFD-ABC0841896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FD622344-682A-45AB-BDAC-D83955B30D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3F36C3A-AAA2-43EC-A1CA-D5CCDC6E35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AD7E67AE-8D68-43B6-A73E-4A33D1A25236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A0A232-916A-46A2-A7C1-987C261630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78AD056-AB72-4926-86BA-E77C4E1712FA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7189B293-9518-480B-92F2-B3FD6AE4D6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39E57236-C826-4A70-BF3F-87A183C24D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28F2DAEF-A763-4480-9B9B-5510A70DD6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74C772B-1928-4597-8A34-F77909439262}"/>
              </a:ext>
            </a:extLst>
          </p:cNvPr>
          <p:cNvGrpSpPr/>
          <p:nvPr userDrawn="1"/>
        </p:nvGrpSpPr>
        <p:grpSpPr>
          <a:xfrm rot="19421998">
            <a:off x="9748081" y="1384230"/>
            <a:ext cx="717208" cy="701926"/>
            <a:chOff x="8411919" y="701065"/>
            <a:chExt cx="2800065" cy="3490702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089472D-6102-4681-8E55-2C5794EE4E05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5D7A623-A535-43CF-9E20-EB48163EBA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4DDAD5E-B095-422F-B6CD-672CE6F954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68204260-9189-46EB-869A-E95AE4088988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B13CB03-7EDD-43E9-A3EE-08A70D250D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24ACA07-2AC8-4301-AF7A-F872F5BCBF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E9DDC0C-BE86-40AC-BA9D-02E3CE7A15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4D754C4-75A5-4238-AA8C-BB7B243E7233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1819C5E5-16FB-4BD7-ABFF-2AFB5E55E9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C7A9859-4815-4EA4-8F65-F968C9FC849F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57B13CD7-AC6F-456F-9E2D-A202EA93C04D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2B697B7-B1AF-408B-A9B5-014F75EB3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AFF57946-E60E-4726-9F65-63637C96D9AC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CB79018-A974-42C3-9327-9EE494BBBC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027431D-F6A9-4475-92D1-2C456BFCEC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510266C-E548-470A-8A98-08A02F3E2E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37175B15-68E2-4A5E-9813-8991CCF80A48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A100DAD-AFB1-40DB-ADE7-B83F5DD896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620490C3-05EB-4F8F-B133-39AC8E8CA87F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64D449B-2D2F-4B3F-8257-1F8D0DD919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C287B58-6106-4047-BAA2-C3406DDB25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9B63D3A8-33D6-4BC7-8CC9-857AAE669D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7F06A6F-6318-483E-B452-C88B27C43350}"/>
              </a:ext>
            </a:extLst>
          </p:cNvPr>
          <p:cNvGrpSpPr/>
          <p:nvPr userDrawn="1"/>
        </p:nvGrpSpPr>
        <p:grpSpPr>
          <a:xfrm rot="19421998">
            <a:off x="9244413" y="1325575"/>
            <a:ext cx="458379" cy="448611"/>
            <a:chOff x="8411919" y="701065"/>
            <a:chExt cx="2800065" cy="3490702"/>
          </a:xfrm>
        </p:grpSpPr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E91CD7AF-1692-4440-B8BA-E670A60CBCCA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356FF31-B953-4F4E-B596-E60EA148F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5C49752A-D43C-45B6-993D-EA5E0844C9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B753FBDD-B18B-409C-A47A-F97D2E3F5EF6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61749067-1D7E-4678-B43D-843D42744B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BB90CE84-57B1-4386-B44F-156E4FFC6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15B6C08B-4B3D-4F15-9BA5-AB40A1E1F8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BC1DF333-9292-43D8-96FF-D38D03FC80C0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DC4CB3EA-34E0-4265-818A-640BBCAED2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885D7418-DA23-4D62-ADDA-A33D8629D46F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7DA01C98-3668-44DC-BD8A-21C1F9B9CC2B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77874D64-B6D5-4B26-9D31-C32312A1FD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67A0BDD8-5F2F-4871-AC80-15065F48B7B4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774FF47B-975B-495B-AFA7-626EA3CB0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9979DDAC-383E-484D-AD43-6040954E5D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5E20253B-FE44-45FD-9073-793A2ACD30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4A967840-EB8D-4A8D-9023-BA05C472301C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BFA0587-ECDE-4476-B6DA-8C1636CCCB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9332D652-2851-49FA-9380-17419EF0B2EB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AB93698-E5DF-418F-84ED-95993EFBD6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7253BEA4-85D6-4559-8CD4-CD651FA04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33186F57-FF32-469C-8E8F-0D5A121C0D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39A1B71-4BFB-417F-8ADF-A50673257A72}"/>
              </a:ext>
            </a:extLst>
          </p:cNvPr>
          <p:cNvGrpSpPr/>
          <p:nvPr userDrawn="1"/>
        </p:nvGrpSpPr>
        <p:grpSpPr>
          <a:xfrm rot="19421998">
            <a:off x="10765083" y="43767"/>
            <a:ext cx="412730" cy="403935"/>
            <a:chOff x="8411919" y="701065"/>
            <a:chExt cx="2800065" cy="3490702"/>
          </a:xfrm>
        </p:grpSpPr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F5970A27-55A6-4D07-8C70-C55D06337EBD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E83ABF58-61A0-409C-A57E-EA1E39EFB7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A072E919-222D-4E11-9FBF-4092D8A0EA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B669C07E-C483-453C-AAEC-C3FBEDB040FD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344DE8EA-742F-48A6-BEBC-F6781301ED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6CB3F9E-2089-4472-92AB-7C98031C05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70B846A2-CA79-4A17-A686-E022D5745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719E7FB7-9E8D-44B6-8718-865071D50168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1D0C8432-AFF4-4746-83E6-40A3AD7EBA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E4C7F024-C3FD-44DA-B543-9D4C33842F0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1DFA92C-51B2-4F6C-AE96-147198D89D7A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1F9FB3DC-4DAF-4AAE-9F4C-EFB7B0B94E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9FEA2574-D8E8-4BE5-9DEF-F08B7AF24CBB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DC142A40-9738-4197-9048-6E3CE28229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DA05D9C8-371D-4CB4-967D-A728CB6DE2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EB1DF40-1EA3-479A-8E44-C460A09111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9194C8E4-D8F1-4623-8319-FC3C7547D1E9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C2521ABC-062E-4457-999D-4BC3DE953E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94EDE13-F833-42D7-A127-BB45FBFCB58B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76DD19A0-42AC-4680-A070-B7D26A7ECB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4823B065-A184-4DE8-A2E9-BD9454771D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06A0FAEF-9B32-47C8-BD6B-48A2993CE3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Rectangle 191">
            <a:extLst>
              <a:ext uri="{FF2B5EF4-FFF2-40B4-BE49-F238E27FC236}">
                <a16:creationId xmlns:a16="http://schemas.microsoft.com/office/drawing/2014/main" id="{6C54488B-4AA8-4A29-9071-60D6AF00DA6E}"/>
              </a:ext>
            </a:extLst>
          </p:cNvPr>
          <p:cNvSpPr/>
          <p:nvPr userDrawn="1"/>
        </p:nvSpPr>
        <p:spPr>
          <a:xfrm>
            <a:off x="11445923" y="0"/>
            <a:ext cx="373038" cy="255228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6AA5F804-B564-42DA-88D6-915FE7EFD1E7}"/>
              </a:ext>
            </a:extLst>
          </p:cNvPr>
          <p:cNvSpPr/>
          <p:nvPr userDrawn="1"/>
        </p:nvSpPr>
        <p:spPr>
          <a:xfrm>
            <a:off x="11818961" y="0"/>
            <a:ext cx="373038" cy="25522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2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20FFC-6012-4B8C-82A3-44C849A82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079F-1627-4601-8880-491D52CDC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EE1A0-A6DC-4731-805E-373DAE900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9D302-0281-4E8C-AAFB-5CCC29C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833F1-B2A3-4A23-B970-009B8AA903CA}" type="datetimeFigureOut">
              <a:rPr lang="id-ID" smtClean="0"/>
              <a:t>22/01/2020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166A3-869A-48A3-B1A3-40424791F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9C286-825E-487D-BCCD-DD0C1C8C3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9D9EE-32A6-4B9B-83ED-60D5860CD05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80809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D01D7-E72C-475A-AEE4-16322E53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AA8D2C-4E5E-47B9-A026-158FD083CB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177A46-1E9A-4A27-B0A6-6CAD5EA7E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C9899-790A-4980-8F3B-E27EC3A24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833F1-B2A3-4A23-B970-009B8AA903CA}" type="datetimeFigureOut">
              <a:rPr lang="id-ID" smtClean="0"/>
              <a:t>22/01/2020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F2EFE-9F2C-41F5-BEBA-E9C73D26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027F8-64F2-4546-B18B-81A5E3056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9D9EE-32A6-4B9B-83ED-60D5860CD05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37191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8095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72C1B5-1EC2-4CA5-9901-97D58DE1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6D609-1A82-49B2-8A24-39B79B62F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2BB44-FEC3-4BB5-85B8-EB25450CD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833F1-B2A3-4A23-B970-009B8AA903CA}" type="datetimeFigureOut">
              <a:rPr lang="id-ID" smtClean="0"/>
              <a:t>22/01/2020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168C6-5EEC-44C5-957A-709E5AE5B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B8BAE-B800-4EAF-B03B-2581E63E6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9D9EE-32A6-4B9B-83ED-60D5860CD05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44378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  <p:sldLayoutId id="2147483661" r:id="rId4"/>
    <p:sldLayoutId id="2147483667" r:id="rId5"/>
    <p:sldLayoutId id="2147483666" r:id="rId6"/>
    <p:sldLayoutId id="2147483662" r:id="rId7"/>
    <p:sldLayoutId id="2147483665" r:id="rId8"/>
    <p:sldLayoutId id="2147483663" r:id="rId9"/>
    <p:sldLayoutId id="2147483656" r:id="rId10"/>
    <p:sldLayoutId id="2147483657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a.me/6281230261199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21F751-3C5B-4561-AD14-8637C5B66736}"/>
              </a:ext>
            </a:extLst>
          </p:cNvPr>
          <p:cNvSpPr txBox="1"/>
          <p:nvPr/>
        </p:nvSpPr>
        <p:spPr>
          <a:xfrm>
            <a:off x="2079709" y="3290158"/>
            <a:ext cx="7387564" cy="1569660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bg1"/>
                </a:solidFill>
                <a:cs typeface="Arial" pitchFamily="34" charset="0"/>
              </a:rPr>
              <a:t>PANDUAN</a:t>
            </a:r>
          </a:p>
          <a:p>
            <a:pPr algn="ctr"/>
            <a:r>
              <a:rPr lang="en-US" altLang="ko-KR" sz="4800" b="1" dirty="0">
                <a:solidFill>
                  <a:schemeClr val="bg1"/>
                </a:solidFill>
                <a:cs typeface="Arial" pitchFamily="34" charset="0"/>
              </a:rPr>
              <a:t>MITRA TOKO/ PENJUAL</a:t>
            </a:r>
            <a:endParaRPr lang="ko-KR" altLang="en-US" sz="4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470395"/>
            <a:ext cx="12192000" cy="159789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55" y="406407"/>
            <a:ext cx="2803300" cy="14972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637" y="470395"/>
            <a:ext cx="3620654" cy="148865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617" y="486629"/>
            <a:ext cx="1496291" cy="141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0934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8114C4A-DD4E-4001-BC26-9EF84BDCB0BF}"/>
              </a:ext>
            </a:extLst>
          </p:cNvPr>
          <p:cNvGrpSpPr/>
          <p:nvPr/>
        </p:nvGrpSpPr>
        <p:grpSpPr>
          <a:xfrm>
            <a:off x="1119693" y="3715825"/>
            <a:ext cx="4726013" cy="1015663"/>
            <a:chOff x="5692278" y="3070393"/>
            <a:chExt cx="4726013" cy="101566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21E61F-59E6-41B6-A0E8-6571587AE662}"/>
                </a:ext>
              </a:extLst>
            </p:cNvPr>
            <p:cNvSpPr txBox="1"/>
            <p:nvPr/>
          </p:nvSpPr>
          <p:spPr>
            <a:xfrm>
              <a:off x="6770451" y="3578225"/>
              <a:ext cx="36478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cs typeface="Arial" pitchFamily="34" charset="0"/>
                </a:rPr>
                <a:t>Tutorial upload </a:t>
              </a:r>
              <a:r>
                <a:rPr lang="en-US" altLang="ko-KR" sz="1200" dirty="0" err="1">
                  <a:cs typeface="Arial" pitchFamily="34" charset="0"/>
                </a:rPr>
                <a:t>produk</a:t>
              </a:r>
              <a:endParaRPr lang="en-US" altLang="ko-KR" sz="1200" dirty="0"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7232137-87ED-4E0C-B0FC-D9F9EAE55981}"/>
                </a:ext>
              </a:extLst>
            </p:cNvPr>
            <p:cNvSpPr txBox="1"/>
            <p:nvPr/>
          </p:nvSpPr>
          <p:spPr>
            <a:xfrm>
              <a:off x="6751979" y="3153728"/>
              <a:ext cx="3647840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cs typeface="Arial" pitchFamily="34" charset="0"/>
                </a:rPr>
                <a:t>Upload </a:t>
              </a:r>
              <a:r>
                <a:rPr lang="en-US" altLang="ko-KR" sz="2700" b="1" dirty="0" err="1">
                  <a:cs typeface="Arial" pitchFamily="34" charset="0"/>
                </a:rPr>
                <a:t>Produk</a:t>
              </a:r>
              <a:endParaRPr lang="ko-KR" altLang="en-US" sz="2700" b="1" dirty="0"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265048E-57E1-4C66-BA17-C05E7328DE63}"/>
                </a:ext>
              </a:extLst>
            </p:cNvPr>
            <p:cNvSpPr txBox="1"/>
            <p:nvPr/>
          </p:nvSpPr>
          <p:spPr>
            <a:xfrm>
              <a:off x="5692278" y="3070393"/>
              <a:ext cx="1078173" cy="1015663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6000" b="1" dirty="0">
                  <a:cs typeface="Arial" pitchFamily="34" charset="0"/>
                </a:rPr>
                <a:t>1</a:t>
              </a:r>
              <a:endParaRPr lang="ko-KR" altLang="en-US" sz="6000" b="1" dirty="0">
                <a:cs typeface="Arial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EB7364D-F3E7-4B61-BC18-DEF295436905}"/>
              </a:ext>
            </a:extLst>
          </p:cNvPr>
          <p:cNvGrpSpPr/>
          <p:nvPr/>
        </p:nvGrpSpPr>
        <p:grpSpPr>
          <a:xfrm>
            <a:off x="5845706" y="4513745"/>
            <a:ext cx="4726013" cy="1015663"/>
            <a:chOff x="5692278" y="3070393"/>
            <a:chExt cx="4726013" cy="101566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A04C414-4D7C-4DDC-8F87-ED9A653CC39E}"/>
                </a:ext>
              </a:extLst>
            </p:cNvPr>
            <p:cNvSpPr txBox="1"/>
            <p:nvPr/>
          </p:nvSpPr>
          <p:spPr>
            <a:xfrm>
              <a:off x="6770451" y="3578225"/>
              <a:ext cx="36478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cs typeface="Arial" pitchFamily="34" charset="0"/>
                </a:rPr>
                <a:t>Proses </a:t>
              </a:r>
              <a:r>
                <a:rPr lang="en-US" altLang="ko-KR" sz="1200" dirty="0" err="1">
                  <a:cs typeface="Arial" pitchFamily="34" charset="0"/>
                </a:rPr>
                <a:t>Transaksi</a:t>
              </a:r>
              <a:r>
                <a:rPr lang="en-US" altLang="ko-KR" sz="1200" dirty="0">
                  <a:cs typeface="Arial" pitchFamily="34" charset="0"/>
                </a:rPr>
                <a:t> </a:t>
              </a:r>
              <a:r>
                <a:rPr lang="en-US" altLang="ko-KR" sz="1200" dirty="0" err="1">
                  <a:cs typeface="Arial" pitchFamily="34" charset="0"/>
                </a:rPr>
                <a:t>dari</a:t>
              </a:r>
              <a:r>
                <a:rPr lang="en-US" altLang="ko-KR" sz="1200" dirty="0">
                  <a:cs typeface="Arial" pitchFamily="34" charset="0"/>
                </a:rPr>
                <a:t> </a:t>
              </a:r>
              <a:r>
                <a:rPr lang="en-US" altLang="ko-KR" sz="1200" dirty="0" err="1">
                  <a:cs typeface="Arial" pitchFamily="34" charset="0"/>
                </a:rPr>
                <a:t>sisi</a:t>
              </a:r>
              <a:r>
                <a:rPr lang="en-US" altLang="ko-KR" sz="1200" dirty="0">
                  <a:cs typeface="Arial" pitchFamily="34" charset="0"/>
                </a:rPr>
                <a:t> </a:t>
              </a:r>
              <a:r>
                <a:rPr lang="en-US" altLang="ko-KR" sz="1200" dirty="0" err="1">
                  <a:cs typeface="Arial" pitchFamily="34" charset="0"/>
                </a:rPr>
                <a:t>penjual</a:t>
              </a:r>
              <a:endParaRPr lang="en-US" altLang="ko-KR" sz="1200" dirty="0"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2D4DD7C-60F5-41F0-AF65-1ACB3F15A8E5}"/>
                </a:ext>
              </a:extLst>
            </p:cNvPr>
            <p:cNvSpPr txBox="1"/>
            <p:nvPr/>
          </p:nvSpPr>
          <p:spPr>
            <a:xfrm>
              <a:off x="6751979" y="3153728"/>
              <a:ext cx="3647840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 err="1">
                  <a:cs typeface="Arial" pitchFamily="34" charset="0"/>
                </a:rPr>
                <a:t>Transaksi</a:t>
              </a:r>
              <a:endParaRPr lang="ko-KR" altLang="en-US" sz="2700" b="1" dirty="0"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927B9DF-854B-4545-839F-A47E6A68DA5E}"/>
                </a:ext>
              </a:extLst>
            </p:cNvPr>
            <p:cNvSpPr txBox="1"/>
            <p:nvPr/>
          </p:nvSpPr>
          <p:spPr>
            <a:xfrm>
              <a:off x="5692278" y="3070393"/>
              <a:ext cx="1078173" cy="1015663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6000" b="1" dirty="0">
                  <a:cs typeface="Arial" pitchFamily="34" charset="0"/>
                </a:rPr>
                <a:t>2</a:t>
              </a:r>
              <a:endParaRPr lang="ko-KR" altLang="en-US" sz="6000" b="1" dirty="0">
                <a:cs typeface="Arial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6787D77-5DA2-40EA-9BC2-9288CBEDC76F}"/>
              </a:ext>
            </a:extLst>
          </p:cNvPr>
          <p:cNvSpPr txBox="1"/>
          <p:nvPr/>
        </p:nvSpPr>
        <p:spPr>
          <a:xfrm>
            <a:off x="656029" y="718692"/>
            <a:ext cx="6660056" cy="83099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rgbClr val="FFFF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cs typeface="Arial" pitchFamily="34" charset="0"/>
              </a:rPr>
              <a:t>SOP MITRA PENJUAL</a:t>
            </a:r>
            <a:endParaRPr lang="ko-KR" altLang="en-US" sz="4800" b="1" dirty="0">
              <a:solidFill>
                <a:srgbClr val="FFFF00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497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8A2979-A456-4286-B8FC-8FF4C0C58EFD}"/>
              </a:ext>
            </a:extLst>
          </p:cNvPr>
          <p:cNvSpPr txBox="1"/>
          <p:nvPr/>
        </p:nvSpPr>
        <p:spPr>
          <a:xfrm>
            <a:off x="5289884" y="3699310"/>
            <a:ext cx="5777059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Upload </a:t>
            </a:r>
            <a:r>
              <a:rPr lang="en-US" altLang="ko-KR" sz="4800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Produk</a:t>
            </a:r>
            <a:endParaRPr lang="en-US" altLang="ko-KR" sz="48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E2ACF8F-412B-4259-9576-1D195438BE9E}"/>
              </a:ext>
            </a:extLst>
          </p:cNvPr>
          <p:cNvGrpSpPr/>
          <p:nvPr/>
        </p:nvGrpSpPr>
        <p:grpSpPr>
          <a:xfrm>
            <a:off x="1607538" y="1186025"/>
            <a:ext cx="4328528" cy="3899363"/>
            <a:chOff x="2894307" y="788255"/>
            <a:chExt cx="5026316" cy="452796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20A5C67-A09E-41E0-8719-B15397341675}"/>
                </a:ext>
              </a:extLst>
            </p:cNvPr>
            <p:cNvGrpSpPr/>
            <p:nvPr/>
          </p:nvGrpSpPr>
          <p:grpSpPr>
            <a:xfrm>
              <a:off x="3617375" y="788255"/>
              <a:ext cx="4303248" cy="4527967"/>
              <a:chOff x="5266044" y="3820965"/>
              <a:chExt cx="2472245" cy="2601348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B4C59625-C7FB-408D-B215-BD166DC61295}"/>
                  </a:ext>
                </a:extLst>
              </p:cNvPr>
              <p:cNvSpPr/>
              <p:nvPr/>
            </p:nvSpPr>
            <p:spPr>
              <a:xfrm>
                <a:off x="6011852" y="5793663"/>
                <a:ext cx="266700" cy="628650"/>
              </a:xfrm>
              <a:custGeom>
                <a:avLst/>
                <a:gdLst>
                  <a:gd name="connsiteX0" fmla="*/ 7144 w 266700"/>
                  <a:gd name="connsiteY0" fmla="*/ 243364 h 628650"/>
                  <a:gd name="connsiteX1" fmla="*/ 259556 w 266700"/>
                  <a:gd name="connsiteY1" fmla="*/ 627221 h 628650"/>
                  <a:gd name="connsiteX2" fmla="*/ 193834 w 266700"/>
                  <a:gd name="connsiteY2" fmla="*/ 7144 h 628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6700" h="628650">
                    <a:moveTo>
                      <a:pt x="7144" y="243364"/>
                    </a:moveTo>
                    <a:lnTo>
                      <a:pt x="259556" y="627221"/>
                    </a:lnTo>
                    <a:lnTo>
                      <a:pt x="193834" y="71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0908E7C-5307-428C-9E05-94ABF7F940A2}"/>
                  </a:ext>
                </a:extLst>
              </p:cNvPr>
              <p:cNvSpPr/>
              <p:nvPr/>
            </p:nvSpPr>
            <p:spPr>
              <a:xfrm>
                <a:off x="6016614" y="5793663"/>
                <a:ext cx="228600" cy="342900"/>
              </a:xfrm>
              <a:custGeom>
                <a:avLst/>
                <a:gdLst>
                  <a:gd name="connsiteX0" fmla="*/ 7144 w 228600"/>
                  <a:gd name="connsiteY0" fmla="*/ 243364 h 342900"/>
                  <a:gd name="connsiteX1" fmla="*/ 224314 w 228600"/>
                  <a:gd name="connsiteY1" fmla="*/ 340519 h 342900"/>
                  <a:gd name="connsiteX2" fmla="*/ 189071 w 228600"/>
                  <a:gd name="connsiteY2" fmla="*/ 7144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600" h="342900">
                    <a:moveTo>
                      <a:pt x="7144" y="243364"/>
                    </a:moveTo>
                    <a:lnTo>
                      <a:pt x="224314" y="340519"/>
                    </a:lnTo>
                    <a:lnTo>
                      <a:pt x="189071" y="714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5098541D-8915-4926-8EAA-271CB0CCF89D}"/>
                  </a:ext>
                </a:extLst>
              </p:cNvPr>
              <p:cNvSpPr/>
              <p:nvPr/>
            </p:nvSpPr>
            <p:spPr>
              <a:xfrm>
                <a:off x="6002327" y="5438381"/>
                <a:ext cx="914400" cy="609600"/>
              </a:xfrm>
              <a:custGeom>
                <a:avLst/>
                <a:gdLst>
                  <a:gd name="connsiteX0" fmla="*/ 915829 w 914400"/>
                  <a:gd name="connsiteY0" fmla="*/ 362426 h 609600"/>
                  <a:gd name="connsiteX1" fmla="*/ 7144 w 914400"/>
                  <a:gd name="connsiteY1" fmla="*/ 603409 h 609600"/>
                  <a:gd name="connsiteX2" fmla="*/ 411004 w 914400"/>
                  <a:gd name="connsiteY2" fmla="*/ 714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14400" h="609600">
                    <a:moveTo>
                      <a:pt x="915829" y="362426"/>
                    </a:moveTo>
                    <a:lnTo>
                      <a:pt x="7144" y="603409"/>
                    </a:lnTo>
                    <a:lnTo>
                      <a:pt x="411004" y="71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487868F-3510-4147-938A-BE68F2183A54}"/>
                  </a:ext>
                </a:extLst>
              </p:cNvPr>
              <p:cNvSpPr/>
              <p:nvPr/>
            </p:nvSpPr>
            <p:spPr>
              <a:xfrm>
                <a:off x="6188064" y="5469813"/>
                <a:ext cx="733425" cy="333375"/>
              </a:xfrm>
              <a:custGeom>
                <a:avLst/>
                <a:gdLst>
                  <a:gd name="connsiteX0" fmla="*/ 730091 w 733425"/>
                  <a:gd name="connsiteY0" fmla="*/ 330994 h 333375"/>
                  <a:gd name="connsiteX1" fmla="*/ 7144 w 733425"/>
                  <a:gd name="connsiteY1" fmla="*/ 305276 h 333375"/>
                  <a:gd name="connsiteX2" fmla="*/ 198596 w 733425"/>
                  <a:gd name="connsiteY2" fmla="*/ 7144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33425" h="333375">
                    <a:moveTo>
                      <a:pt x="730091" y="330994"/>
                    </a:moveTo>
                    <a:lnTo>
                      <a:pt x="7144" y="305276"/>
                    </a:lnTo>
                    <a:lnTo>
                      <a:pt x="198596" y="714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92633D7-D0C2-417C-9461-9559C8CE68E8}"/>
                  </a:ext>
                </a:extLst>
              </p:cNvPr>
              <p:cNvSpPr/>
              <p:nvPr/>
            </p:nvSpPr>
            <p:spPr>
              <a:xfrm>
                <a:off x="5266044" y="5024043"/>
                <a:ext cx="1819275" cy="781050"/>
              </a:xfrm>
              <a:custGeom>
                <a:avLst/>
                <a:gdLst>
                  <a:gd name="connsiteX0" fmla="*/ 7144 w 1819275"/>
                  <a:gd name="connsiteY0" fmla="*/ 210026 h 781050"/>
                  <a:gd name="connsiteX1" fmla="*/ 1652111 w 1819275"/>
                  <a:gd name="connsiteY1" fmla="*/ 776764 h 781050"/>
                  <a:gd name="connsiteX2" fmla="*/ 1814036 w 1819275"/>
                  <a:gd name="connsiteY2" fmla="*/ 7144 h 781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9275" h="781050">
                    <a:moveTo>
                      <a:pt x="7144" y="210026"/>
                    </a:moveTo>
                    <a:lnTo>
                      <a:pt x="1652111" y="776764"/>
                    </a:lnTo>
                    <a:lnTo>
                      <a:pt x="1814036" y="71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16C971D-B04E-4997-98E7-0D28B39A7AE2}"/>
                  </a:ext>
                </a:extLst>
              </p:cNvPr>
              <p:cNvSpPr/>
              <p:nvPr/>
            </p:nvSpPr>
            <p:spPr>
              <a:xfrm>
                <a:off x="5266044" y="5140248"/>
                <a:ext cx="1790700" cy="304800"/>
              </a:xfrm>
              <a:custGeom>
                <a:avLst/>
                <a:gdLst>
                  <a:gd name="connsiteX0" fmla="*/ 7144 w 1790700"/>
                  <a:gd name="connsiteY0" fmla="*/ 93821 h 304800"/>
                  <a:gd name="connsiteX1" fmla="*/ 1727359 w 1790700"/>
                  <a:gd name="connsiteY1" fmla="*/ 305276 h 304800"/>
                  <a:gd name="connsiteX2" fmla="*/ 1792129 w 1790700"/>
                  <a:gd name="connsiteY2" fmla="*/ 714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90700" h="304800">
                    <a:moveTo>
                      <a:pt x="7144" y="93821"/>
                    </a:moveTo>
                    <a:lnTo>
                      <a:pt x="1727359" y="305276"/>
                    </a:lnTo>
                    <a:lnTo>
                      <a:pt x="1792129" y="714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EF1BC10-5394-4692-A653-21E97C02C741}"/>
                  </a:ext>
                </a:extLst>
              </p:cNvPr>
              <p:cNvSpPr/>
              <p:nvPr/>
            </p:nvSpPr>
            <p:spPr>
              <a:xfrm>
                <a:off x="5273188" y="3820965"/>
                <a:ext cx="2465101" cy="1458824"/>
              </a:xfrm>
              <a:custGeom>
                <a:avLst/>
                <a:gdLst>
                  <a:gd name="connsiteX0" fmla="*/ 92869 w 2847975"/>
                  <a:gd name="connsiteY0" fmla="*/ 282416 h 1504950"/>
                  <a:gd name="connsiteX1" fmla="*/ 2715101 w 2847975"/>
                  <a:gd name="connsiteY1" fmla="*/ 7144 h 1504950"/>
                  <a:gd name="connsiteX2" fmla="*/ 2843689 w 2847975"/>
                  <a:gd name="connsiteY2" fmla="*/ 1497806 h 1504950"/>
                  <a:gd name="connsiteX3" fmla="*/ 7144 w 2847975"/>
                  <a:gd name="connsiteY3" fmla="*/ 1452086 h 1504950"/>
                  <a:gd name="connsiteX0" fmla="*/ 85725 w 2836545"/>
                  <a:gd name="connsiteY0" fmla="*/ 243434 h 1458824"/>
                  <a:gd name="connsiteX1" fmla="*/ 2400189 w 2836545"/>
                  <a:gd name="connsiteY1" fmla="*/ 0 h 1458824"/>
                  <a:gd name="connsiteX2" fmla="*/ 2836545 w 2836545"/>
                  <a:gd name="connsiteY2" fmla="*/ 1458824 h 1458824"/>
                  <a:gd name="connsiteX3" fmla="*/ 0 w 2836545"/>
                  <a:gd name="connsiteY3" fmla="*/ 1413104 h 1458824"/>
                  <a:gd name="connsiteX4" fmla="*/ 85725 w 2836545"/>
                  <a:gd name="connsiteY4" fmla="*/ 243434 h 1458824"/>
                  <a:gd name="connsiteX0" fmla="*/ 85725 w 2465101"/>
                  <a:gd name="connsiteY0" fmla="*/ 243434 h 1458824"/>
                  <a:gd name="connsiteX1" fmla="*/ 2400189 w 2465101"/>
                  <a:gd name="connsiteY1" fmla="*/ 0 h 1458824"/>
                  <a:gd name="connsiteX2" fmla="*/ 2465101 w 2465101"/>
                  <a:gd name="connsiteY2" fmla="*/ 1458824 h 1458824"/>
                  <a:gd name="connsiteX3" fmla="*/ 0 w 2465101"/>
                  <a:gd name="connsiteY3" fmla="*/ 1413104 h 1458824"/>
                  <a:gd name="connsiteX4" fmla="*/ 85725 w 2465101"/>
                  <a:gd name="connsiteY4" fmla="*/ 243434 h 1458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65101" h="1458824">
                    <a:moveTo>
                      <a:pt x="85725" y="243434"/>
                    </a:moveTo>
                    <a:lnTo>
                      <a:pt x="2400189" y="0"/>
                    </a:lnTo>
                    <a:lnTo>
                      <a:pt x="2465101" y="1458824"/>
                    </a:lnTo>
                    <a:lnTo>
                      <a:pt x="0" y="1413104"/>
                    </a:lnTo>
                    <a:lnTo>
                      <a:pt x="85725" y="24343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B05B07-7AC0-439B-831A-7713EFCBADB2}"/>
                </a:ext>
              </a:extLst>
            </p:cNvPr>
            <p:cNvSpPr/>
            <p:nvPr/>
          </p:nvSpPr>
          <p:spPr>
            <a:xfrm rot="1779947">
              <a:off x="3205947" y="3169645"/>
              <a:ext cx="247650" cy="238125"/>
            </a:xfrm>
            <a:custGeom>
              <a:avLst/>
              <a:gdLst>
                <a:gd name="connsiteX0" fmla="*/ 71914 w 247650"/>
                <a:gd name="connsiteY0" fmla="*/ 231934 h 238125"/>
                <a:gd name="connsiteX1" fmla="*/ 242411 w 247650"/>
                <a:gd name="connsiteY1" fmla="*/ 7144 h 238125"/>
                <a:gd name="connsiteX2" fmla="*/ 7144 w 247650"/>
                <a:gd name="connsiteY2" fmla="*/ 34766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7650" h="238125">
                  <a:moveTo>
                    <a:pt x="71914" y="231934"/>
                  </a:moveTo>
                  <a:lnTo>
                    <a:pt x="242411" y="7144"/>
                  </a:lnTo>
                  <a:lnTo>
                    <a:pt x="7144" y="3476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7CA0A9A-B4C5-44E3-AD6F-D32EC651C94B}"/>
                </a:ext>
              </a:extLst>
            </p:cNvPr>
            <p:cNvSpPr/>
            <p:nvPr/>
          </p:nvSpPr>
          <p:spPr>
            <a:xfrm rot="20731799">
              <a:off x="3220235" y="3315378"/>
              <a:ext cx="409575" cy="342900"/>
            </a:xfrm>
            <a:custGeom>
              <a:avLst/>
              <a:gdLst>
                <a:gd name="connsiteX0" fmla="*/ 407194 w 409575"/>
                <a:gd name="connsiteY0" fmla="*/ 7144 h 342900"/>
                <a:gd name="connsiteX1" fmla="*/ 7144 w 409575"/>
                <a:gd name="connsiteY1" fmla="*/ 270986 h 342900"/>
                <a:gd name="connsiteX2" fmla="*/ 163354 w 409575"/>
                <a:gd name="connsiteY2" fmla="*/ 338614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575" h="342900">
                  <a:moveTo>
                    <a:pt x="407194" y="7144"/>
                  </a:moveTo>
                  <a:lnTo>
                    <a:pt x="7144" y="270986"/>
                  </a:lnTo>
                  <a:lnTo>
                    <a:pt x="163354" y="33861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F2C440BD-A1EE-4511-A092-66A0C3562169}"/>
                </a:ext>
              </a:extLst>
            </p:cNvPr>
            <p:cNvSpPr/>
            <p:nvPr/>
          </p:nvSpPr>
          <p:spPr>
            <a:xfrm rot="1642289">
              <a:off x="2894307" y="2939798"/>
              <a:ext cx="140339" cy="140339"/>
            </a:xfrm>
            <a:prstGeom prst="plus">
              <a:avLst>
                <a:gd name="adj" fmla="val 4377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Star: 5 Points 23">
              <a:extLst>
                <a:ext uri="{FF2B5EF4-FFF2-40B4-BE49-F238E27FC236}">
                  <a16:creationId xmlns:a16="http://schemas.microsoft.com/office/drawing/2014/main" id="{1567340D-C398-499C-B7C4-D71207E9DAA5}"/>
                </a:ext>
              </a:extLst>
            </p:cNvPr>
            <p:cNvSpPr/>
            <p:nvPr/>
          </p:nvSpPr>
          <p:spPr>
            <a:xfrm rot="1627316">
              <a:off x="3122393" y="3454277"/>
              <a:ext cx="155440" cy="15544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2DAE22E-C2FD-42A4-82EB-6374FBA71F36}"/>
                </a:ext>
              </a:extLst>
            </p:cNvPr>
            <p:cNvSpPr/>
            <p:nvPr/>
          </p:nvSpPr>
          <p:spPr>
            <a:xfrm rot="160678" flipV="1">
              <a:off x="3216871" y="2860160"/>
              <a:ext cx="291865" cy="238731"/>
            </a:xfrm>
            <a:custGeom>
              <a:avLst/>
              <a:gdLst>
                <a:gd name="connsiteX0" fmla="*/ 407194 w 409575"/>
                <a:gd name="connsiteY0" fmla="*/ 7144 h 342900"/>
                <a:gd name="connsiteX1" fmla="*/ 7144 w 409575"/>
                <a:gd name="connsiteY1" fmla="*/ 270986 h 342900"/>
                <a:gd name="connsiteX2" fmla="*/ 163354 w 409575"/>
                <a:gd name="connsiteY2" fmla="*/ 338614 h 342900"/>
                <a:gd name="connsiteX0" fmla="*/ 291865 w 291865"/>
                <a:gd name="connsiteY0" fmla="*/ 0 h 244921"/>
                <a:gd name="connsiteX1" fmla="*/ 0 w 291865"/>
                <a:gd name="connsiteY1" fmla="*/ 177293 h 244921"/>
                <a:gd name="connsiteX2" fmla="*/ 156210 w 291865"/>
                <a:gd name="connsiteY2" fmla="*/ 244921 h 244921"/>
                <a:gd name="connsiteX3" fmla="*/ 291865 w 291865"/>
                <a:gd name="connsiteY3" fmla="*/ 0 h 244921"/>
                <a:gd name="connsiteX0" fmla="*/ 291865 w 291865"/>
                <a:gd name="connsiteY0" fmla="*/ 0 h 202224"/>
                <a:gd name="connsiteX1" fmla="*/ 0 w 291865"/>
                <a:gd name="connsiteY1" fmla="*/ 177293 h 202224"/>
                <a:gd name="connsiteX2" fmla="*/ 138611 w 291865"/>
                <a:gd name="connsiteY2" fmla="*/ 202224 h 202224"/>
                <a:gd name="connsiteX3" fmla="*/ 291865 w 291865"/>
                <a:gd name="connsiteY3" fmla="*/ 0 h 202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1865" h="202224">
                  <a:moveTo>
                    <a:pt x="291865" y="0"/>
                  </a:moveTo>
                  <a:lnTo>
                    <a:pt x="0" y="177293"/>
                  </a:lnTo>
                  <a:lnTo>
                    <a:pt x="138611" y="202224"/>
                  </a:lnTo>
                  <a:cubicBezTo>
                    <a:pt x="219891" y="91734"/>
                    <a:pt x="210585" y="110490"/>
                    <a:pt x="291865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7BFF0FC-DCAB-47B2-8C30-94BCD79923D1}"/>
              </a:ext>
            </a:extLst>
          </p:cNvPr>
          <p:cNvGrpSpPr/>
          <p:nvPr/>
        </p:nvGrpSpPr>
        <p:grpSpPr>
          <a:xfrm>
            <a:off x="3747952" y="5112407"/>
            <a:ext cx="8167319" cy="142202"/>
            <a:chOff x="3632040" y="5304907"/>
            <a:chExt cx="8559959" cy="13700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77B777B-DEA8-4573-8596-03CD5CF4ACD7}"/>
                </a:ext>
              </a:extLst>
            </p:cNvPr>
            <p:cNvGrpSpPr/>
            <p:nvPr/>
          </p:nvGrpSpPr>
          <p:grpSpPr>
            <a:xfrm>
              <a:off x="3632040" y="5310936"/>
              <a:ext cx="4279981" cy="130977"/>
              <a:chOff x="11445923" y="0"/>
              <a:chExt cx="1119115" cy="2552282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E60B278-363D-4CBD-BEC2-21DBD0331773}"/>
                  </a:ext>
                </a:extLst>
              </p:cNvPr>
              <p:cNvSpPr/>
              <p:nvPr/>
            </p:nvSpPr>
            <p:spPr>
              <a:xfrm>
                <a:off x="11818961" y="0"/>
                <a:ext cx="373038" cy="25522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BC28E13-95D1-456C-9D5E-99C7C947E1E0}"/>
                  </a:ext>
                </a:extLst>
              </p:cNvPr>
              <p:cNvSpPr/>
              <p:nvPr/>
            </p:nvSpPr>
            <p:spPr>
              <a:xfrm>
                <a:off x="11445923" y="0"/>
                <a:ext cx="373038" cy="255228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574B2F7-DAB3-42A4-AB9B-0B484B0455E9}"/>
                  </a:ext>
                </a:extLst>
              </p:cNvPr>
              <p:cNvSpPr/>
              <p:nvPr/>
            </p:nvSpPr>
            <p:spPr>
              <a:xfrm>
                <a:off x="12192000" y="0"/>
                <a:ext cx="373038" cy="25522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451F46C-5462-4285-B560-9B15C506BCF2}"/>
                </a:ext>
              </a:extLst>
            </p:cNvPr>
            <p:cNvGrpSpPr/>
            <p:nvPr/>
          </p:nvGrpSpPr>
          <p:grpSpPr>
            <a:xfrm>
              <a:off x="7912018" y="5304907"/>
              <a:ext cx="4279981" cy="137006"/>
              <a:chOff x="11445923" y="0"/>
              <a:chExt cx="1119115" cy="2552282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4DDE81F-6471-4E3B-ACB1-05368C5221F6}"/>
                  </a:ext>
                </a:extLst>
              </p:cNvPr>
              <p:cNvSpPr/>
              <p:nvPr/>
            </p:nvSpPr>
            <p:spPr>
              <a:xfrm>
                <a:off x="11818961" y="0"/>
                <a:ext cx="373038" cy="25522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F199574-BA69-4459-9AAF-BBE602C7B5A9}"/>
                  </a:ext>
                </a:extLst>
              </p:cNvPr>
              <p:cNvSpPr/>
              <p:nvPr/>
            </p:nvSpPr>
            <p:spPr>
              <a:xfrm>
                <a:off x="11445923" y="0"/>
                <a:ext cx="373038" cy="255228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C84CA51-8DA3-444D-9FC1-163933FD07B1}"/>
                  </a:ext>
                </a:extLst>
              </p:cNvPr>
              <p:cNvSpPr/>
              <p:nvPr/>
            </p:nvSpPr>
            <p:spPr>
              <a:xfrm>
                <a:off x="12192000" y="0"/>
                <a:ext cx="373038" cy="25522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3509819" y="1674682"/>
            <a:ext cx="14935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994019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42405" y="0"/>
            <a:ext cx="87686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</a:rPr>
              <a:t>Ketentuan</a:t>
            </a:r>
            <a:r>
              <a:rPr lang="en-US" sz="3200" b="1" dirty="0">
                <a:solidFill>
                  <a:schemeClr val="bg1"/>
                </a:solidFill>
              </a:rPr>
              <a:t> Upload </a:t>
            </a:r>
            <a:r>
              <a:rPr lang="en-US" sz="3200" b="1" dirty="0" err="1">
                <a:solidFill>
                  <a:schemeClr val="bg1"/>
                </a:solidFill>
              </a:rPr>
              <a:t>Produk</a:t>
            </a:r>
            <a:r>
              <a:rPr lang="en-US" sz="3200" b="1" dirty="0">
                <a:solidFill>
                  <a:schemeClr val="bg1"/>
                </a:solidFill>
              </a:rPr>
              <a:t> di </a:t>
            </a:r>
            <a:r>
              <a:rPr lang="en-US" sz="3200" b="1" dirty="0" err="1">
                <a:solidFill>
                  <a:schemeClr val="bg1"/>
                </a:solidFill>
              </a:rPr>
              <a:t>Toko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Ladang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2405" y="963831"/>
            <a:ext cx="1102505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ysClr val="windowText" lastClr="000000"/>
                </a:solidFill>
              </a:rPr>
              <a:t>Mitra </a:t>
            </a:r>
            <a:r>
              <a:rPr lang="en-US" sz="2800" dirty="0" err="1">
                <a:solidFill>
                  <a:sysClr val="windowText" lastClr="000000"/>
                </a:solidFill>
              </a:rPr>
              <a:t>toko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dapat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mengupload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produk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id-ID" sz="2800" dirty="0">
                <a:solidFill>
                  <a:sysClr val="windowText" lastClr="000000"/>
                </a:solidFill>
              </a:rPr>
              <a:t>jika </a:t>
            </a:r>
            <a:r>
              <a:rPr lang="en-US" sz="2800" dirty="0">
                <a:solidFill>
                  <a:sysClr val="windowText" lastClr="000000"/>
                </a:solidFill>
              </a:rPr>
              <a:t>lulus </a:t>
            </a:r>
            <a:r>
              <a:rPr lang="en-US" sz="2800" dirty="0" err="1">
                <a:solidFill>
                  <a:sysClr val="windowText" lastClr="000000"/>
                </a:solidFill>
              </a:rPr>
              <a:t>verifikasi</a:t>
            </a:r>
            <a:r>
              <a:rPr lang="en-US" sz="2800" dirty="0">
                <a:solidFill>
                  <a:sysClr val="windowText" lastClr="000000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ysClr val="windowText" lastClr="000000"/>
                </a:solidFill>
              </a:rPr>
              <a:t>Upload </a:t>
            </a:r>
            <a:r>
              <a:rPr lang="en-US" sz="2800" dirty="0" err="1">
                <a:solidFill>
                  <a:sysClr val="windowText" lastClr="000000"/>
                </a:solidFill>
              </a:rPr>
              <a:t>produk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sesuai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kategori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toko</a:t>
            </a:r>
            <a:r>
              <a:rPr lang="en-US" sz="2800" dirty="0">
                <a:solidFill>
                  <a:sysClr val="windowText" lastClr="000000"/>
                </a:solidFill>
              </a:rPr>
              <a:t> yang </a:t>
            </a:r>
            <a:r>
              <a:rPr lang="en-US" sz="2800" dirty="0" err="1">
                <a:solidFill>
                  <a:sysClr val="windowText" lastClr="000000"/>
                </a:solidFill>
              </a:rPr>
              <a:t>ditulis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disurat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pernyataan</a:t>
            </a:r>
            <a:r>
              <a:rPr lang="en-US" sz="2800" dirty="0">
                <a:solidFill>
                  <a:sysClr val="windowText" lastClr="000000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err="1">
                <a:solidFill>
                  <a:sysClr val="windowText" lastClr="000000"/>
                </a:solidFill>
              </a:rPr>
              <a:t>Apabila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mitra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toko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terbukti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mengupload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produk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tidak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sesuai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surat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pernyataan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akan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diberi</a:t>
            </a:r>
            <a:r>
              <a:rPr lang="en-US" sz="2800" dirty="0">
                <a:solidFill>
                  <a:sysClr val="windowText" lastClr="000000"/>
                </a:solidFill>
              </a:rPr>
              <a:t> SP (Surat </a:t>
            </a:r>
            <a:r>
              <a:rPr lang="en-US" sz="2800" dirty="0" err="1">
                <a:solidFill>
                  <a:sysClr val="windowText" lastClr="000000"/>
                </a:solidFill>
              </a:rPr>
              <a:t>Peringatan</a:t>
            </a:r>
            <a:r>
              <a:rPr lang="en-US" sz="2800" dirty="0">
                <a:solidFill>
                  <a:sysClr val="windowText" lastClr="000000"/>
                </a:solidFill>
              </a:rPr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err="1">
                <a:solidFill>
                  <a:sysClr val="windowText" lastClr="000000"/>
                </a:solidFill>
              </a:rPr>
              <a:t>Khusus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Produk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Buku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dibatasi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dengan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hanya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mengupload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buku</a:t>
            </a:r>
            <a:r>
              <a:rPr lang="en-US" sz="2800" dirty="0">
                <a:solidFill>
                  <a:sysClr val="windowText" lastClr="000000"/>
                </a:solidFill>
              </a:rPr>
              <a:t> yang lulus </a:t>
            </a:r>
            <a:r>
              <a:rPr lang="en-US" sz="2800" dirty="0" err="1">
                <a:solidFill>
                  <a:sysClr val="windowText" lastClr="000000"/>
                </a:solidFill>
              </a:rPr>
              <a:t>penilaian</a:t>
            </a:r>
            <a:r>
              <a:rPr lang="en-US" sz="2800" dirty="0">
                <a:solidFill>
                  <a:sysClr val="windowText" lastClr="000000"/>
                </a:solidFill>
              </a:rPr>
              <a:t> / </a:t>
            </a:r>
            <a:r>
              <a:rPr lang="en-US" sz="2800" dirty="0" err="1">
                <a:solidFill>
                  <a:sysClr val="windowText" lastClr="000000"/>
                </a:solidFill>
              </a:rPr>
              <a:t>ber</a:t>
            </a:r>
            <a:r>
              <a:rPr lang="en-US" sz="2800" dirty="0">
                <a:solidFill>
                  <a:sysClr val="windowText" lastClr="000000"/>
                </a:solidFill>
              </a:rPr>
              <a:t>-SK </a:t>
            </a:r>
            <a:r>
              <a:rPr lang="en-US" sz="2800" dirty="0" err="1">
                <a:solidFill>
                  <a:sysClr val="windowText" lastClr="000000"/>
                </a:solidFill>
              </a:rPr>
              <a:t>dari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Pusbukur</a:t>
            </a:r>
            <a:r>
              <a:rPr lang="en-US" sz="2800" dirty="0">
                <a:solidFill>
                  <a:sysClr val="windowText" lastClr="000000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err="1">
                <a:solidFill>
                  <a:sysClr val="windowText" lastClr="000000"/>
                </a:solidFill>
              </a:rPr>
              <a:t>Harga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produk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Komputer</a:t>
            </a:r>
            <a:r>
              <a:rPr lang="en-US" sz="2800" dirty="0">
                <a:solidFill>
                  <a:sysClr val="windowText" lastClr="000000"/>
                </a:solidFill>
              </a:rPr>
              <a:t>/ IT </a:t>
            </a:r>
            <a:r>
              <a:rPr lang="en-US" sz="2800" dirty="0" err="1">
                <a:solidFill>
                  <a:sysClr val="windowText" lastClr="000000"/>
                </a:solidFill>
              </a:rPr>
              <a:t>mengacu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pada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harga</a:t>
            </a:r>
            <a:r>
              <a:rPr lang="en-US" sz="2800" dirty="0">
                <a:solidFill>
                  <a:sysClr val="windowText" lastClr="000000"/>
                </a:solidFill>
              </a:rPr>
              <a:t> di e-catalog.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b="1" dirty="0" err="1">
                <a:solidFill>
                  <a:sysClr val="windowText" lastClr="000000"/>
                </a:solidFill>
              </a:rPr>
              <a:t>Untuk</a:t>
            </a:r>
            <a:r>
              <a:rPr lang="en-US" sz="2800" b="1" dirty="0">
                <a:solidFill>
                  <a:sysClr val="windowText" lastClr="000000"/>
                </a:solidFill>
              </a:rPr>
              <a:t> </a:t>
            </a:r>
            <a:r>
              <a:rPr lang="en-US" sz="2800" b="1" dirty="0" err="1">
                <a:solidFill>
                  <a:sysClr val="windowText" lastClr="000000"/>
                </a:solidFill>
              </a:rPr>
              <a:t>Sementara</a:t>
            </a:r>
            <a:r>
              <a:rPr lang="en-US" sz="2800" b="1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harga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tayang</a:t>
            </a:r>
            <a:r>
              <a:rPr lang="en-US" sz="2800" dirty="0">
                <a:solidFill>
                  <a:sysClr val="windowText" lastClr="000000"/>
                </a:solidFill>
              </a:rPr>
              <a:t> = </a:t>
            </a:r>
            <a:r>
              <a:rPr lang="en-US" sz="2800" dirty="0" err="1">
                <a:solidFill>
                  <a:sysClr val="windowText" lastClr="000000"/>
                </a:solidFill>
              </a:rPr>
              <a:t>harga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barang</a:t>
            </a:r>
            <a:r>
              <a:rPr lang="en-US" sz="2800" dirty="0">
                <a:solidFill>
                  <a:sysClr val="windowText" lastClr="000000"/>
                </a:solidFill>
              </a:rPr>
              <a:t>+ </a:t>
            </a:r>
            <a:r>
              <a:rPr lang="en-US" sz="2800" dirty="0" err="1">
                <a:solidFill>
                  <a:sysClr val="windowText" lastClr="000000"/>
                </a:solidFill>
              </a:rPr>
              <a:t>ongkir</a:t>
            </a:r>
            <a:r>
              <a:rPr lang="en-US" sz="2800" dirty="0">
                <a:solidFill>
                  <a:sysClr val="windowText" lastClr="000000"/>
                </a:solidFill>
              </a:rPr>
              <a:t> + PPN(</a:t>
            </a:r>
            <a:r>
              <a:rPr lang="en-US" sz="2800" dirty="0" err="1">
                <a:solidFill>
                  <a:sysClr val="windowText" lastClr="000000"/>
                </a:solidFill>
              </a:rPr>
              <a:t>jika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barang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tersebut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dikenai</a:t>
            </a:r>
            <a:r>
              <a:rPr lang="en-US" sz="2800" dirty="0">
                <a:solidFill>
                  <a:sysClr val="windowText" lastClr="000000"/>
                </a:solidFill>
              </a:rPr>
              <a:t> PPN).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err="1">
                <a:solidFill>
                  <a:sysClr val="windowText" lastClr="000000"/>
                </a:solidFill>
              </a:rPr>
              <a:t>Kolom</a:t>
            </a:r>
            <a:r>
              <a:rPr lang="en-US" sz="2800" dirty="0">
                <a:solidFill>
                  <a:sysClr val="windowText" lastClr="000000"/>
                </a:solidFill>
              </a:rPr>
              <a:t> PPN dan </a:t>
            </a:r>
            <a:r>
              <a:rPr lang="en-US" sz="2800" dirty="0" err="1">
                <a:solidFill>
                  <a:sysClr val="windowText" lastClr="000000"/>
                </a:solidFill>
              </a:rPr>
              <a:t>Ongkir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masih</a:t>
            </a:r>
            <a:r>
              <a:rPr lang="en-US" sz="2800" dirty="0">
                <a:solidFill>
                  <a:sysClr val="windowText" lastClr="000000"/>
                </a:solidFill>
              </a:rPr>
              <a:t> proses deploy.</a:t>
            </a:r>
          </a:p>
        </p:txBody>
      </p:sp>
    </p:spTree>
    <p:extLst>
      <p:ext uri="{BB962C8B-B14F-4D97-AF65-F5344CB8AC3E}">
        <p14:creationId xmlns:p14="http://schemas.microsoft.com/office/powerpoint/2010/main" val="36884776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558E72-B99A-4CCF-88A4-E83A4F935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61" y="910468"/>
            <a:ext cx="3649533" cy="44003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E7F576EC-3413-4119-8A79-EE26C67B9853}"/>
              </a:ext>
            </a:extLst>
          </p:cNvPr>
          <p:cNvSpPr/>
          <p:nvPr/>
        </p:nvSpPr>
        <p:spPr>
          <a:xfrm>
            <a:off x="271159" y="1472665"/>
            <a:ext cx="3649533" cy="596766"/>
          </a:xfrm>
          <a:prstGeom prst="roundRect">
            <a:avLst/>
          </a:prstGeom>
          <a:solidFill>
            <a:srgbClr val="000000">
              <a:alpha val="0"/>
            </a:srgbClr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ED883B-CB33-40E3-B1E7-48454A700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913" y="2296886"/>
            <a:ext cx="7686124" cy="4335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148AD4-A610-4A4B-ADC2-BD81BF42DC2B}"/>
              </a:ext>
            </a:extLst>
          </p:cNvPr>
          <p:cNvSpPr txBox="1"/>
          <p:nvPr/>
        </p:nvSpPr>
        <p:spPr>
          <a:xfrm>
            <a:off x="432137" y="106150"/>
            <a:ext cx="3461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Upload </a:t>
            </a:r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Produk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7E73EA-D030-4A14-BF1E-BE99B9500005}"/>
              </a:ext>
            </a:extLst>
          </p:cNvPr>
          <p:cNvSpPr txBox="1"/>
          <p:nvPr/>
        </p:nvSpPr>
        <p:spPr>
          <a:xfrm>
            <a:off x="4357913" y="1771048"/>
            <a:ext cx="4243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>
                <a:solidFill>
                  <a:schemeClr val="bg1"/>
                </a:solidFill>
              </a:rPr>
              <a:t>Upload Foto produk, boleh lebih dari 1 foto</a:t>
            </a:r>
          </a:p>
        </p:txBody>
      </p:sp>
    </p:spTree>
    <p:extLst>
      <p:ext uri="{BB962C8B-B14F-4D97-AF65-F5344CB8AC3E}">
        <p14:creationId xmlns:p14="http://schemas.microsoft.com/office/powerpoint/2010/main" val="136902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148AD4-A610-4A4B-ADC2-BD81BF42DC2B}"/>
              </a:ext>
            </a:extLst>
          </p:cNvPr>
          <p:cNvSpPr txBox="1"/>
          <p:nvPr/>
        </p:nvSpPr>
        <p:spPr>
          <a:xfrm>
            <a:off x="432137" y="106150"/>
            <a:ext cx="3461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Upload </a:t>
            </a:r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Produk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77C1AA-F23F-467E-A8CD-8F55626EF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2" y="910468"/>
            <a:ext cx="8097214" cy="57743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84AC62-AC3B-47B2-8A57-6A8C2184CB79}"/>
              </a:ext>
            </a:extLst>
          </p:cNvPr>
          <p:cNvSpPr txBox="1"/>
          <p:nvPr/>
        </p:nvSpPr>
        <p:spPr>
          <a:xfrm>
            <a:off x="8710863" y="1414914"/>
            <a:ext cx="310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Isilah</a:t>
            </a:r>
            <a:r>
              <a:rPr lang="en-US" b="1" dirty="0">
                <a:solidFill>
                  <a:schemeClr val="bg1"/>
                </a:solidFill>
              </a:rPr>
              <a:t> form </a:t>
            </a:r>
            <a:r>
              <a:rPr lang="en-US" b="1" dirty="0" err="1">
                <a:solidFill>
                  <a:schemeClr val="bg1"/>
                </a:solidFill>
              </a:rPr>
              <a:t>tersebut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sesuai</a:t>
            </a:r>
            <a:r>
              <a:rPr lang="en-US" b="1" dirty="0">
                <a:solidFill>
                  <a:schemeClr val="bg1"/>
                </a:solidFill>
              </a:rPr>
              <a:t> data </a:t>
            </a:r>
            <a:r>
              <a:rPr lang="en-US" b="1" dirty="0" err="1">
                <a:solidFill>
                  <a:schemeClr val="bg1"/>
                </a:solidFill>
              </a:rPr>
              <a:t>produk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anda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3CB209-16DD-4763-A5E9-C5D1EC41238C}"/>
              </a:ext>
            </a:extLst>
          </p:cNvPr>
          <p:cNvSpPr/>
          <p:nvPr/>
        </p:nvSpPr>
        <p:spPr>
          <a:xfrm>
            <a:off x="4408772" y="1577212"/>
            <a:ext cx="3109628" cy="69709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</a:rPr>
              <a:t>Stock Keeping Unit:</a:t>
            </a:r>
          </a:p>
          <a:p>
            <a:r>
              <a:rPr lang="en-US" sz="1400" dirty="0" err="1">
                <a:solidFill>
                  <a:srgbClr val="FF0000"/>
                </a:solidFill>
              </a:rPr>
              <a:t>Ini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digunakan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untuk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memberikan</a:t>
            </a:r>
            <a:r>
              <a:rPr lang="en-US" sz="1400" dirty="0">
                <a:solidFill>
                  <a:srgbClr val="FF0000"/>
                </a:solidFill>
              </a:rPr>
              <a:t> ID </a:t>
            </a:r>
            <a:r>
              <a:rPr lang="en-US" sz="1400" dirty="0" err="1">
                <a:solidFill>
                  <a:srgbClr val="FF0000"/>
                </a:solidFill>
              </a:rPr>
              <a:t>unik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produk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anda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pada</a:t>
            </a:r>
            <a:r>
              <a:rPr lang="en-US" sz="1400" dirty="0">
                <a:solidFill>
                  <a:srgbClr val="FF0000"/>
                </a:solidFill>
              </a:rPr>
              <a:t> marketplace</a:t>
            </a:r>
          </a:p>
        </p:txBody>
      </p:sp>
      <p:sp>
        <p:nvSpPr>
          <p:cNvPr id="9" name="5-Point Star 9">
            <a:extLst>
              <a:ext uri="{FF2B5EF4-FFF2-40B4-BE49-F238E27FC236}">
                <a16:creationId xmlns:a16="http://schemas.microsoft.com/office/drawing/2014/main" id="{1F462FBA-90E6-47DE-928E-170F23C80A20}"/>
              </a:ext>
            </a:extLst>
          </p:cNvPr>
          <p:cNvSpPr/>
          <p:nvPr/>
        </p:nvSpPr>
        <p:spPr>
          <a:xfrm>
            <a:off x="789272" y="1638531"/>
            <a:ext cx="235964" cy="260154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3492DFB-F7ED-4DC6-83C9-DA671BC76487}"/>
              </a:ext>
            </a:extLst>
          </p:cNvPr>
          <p:cNvGrpSpPr/>
          <p:nvPr/>
        </p:nvGrpSpPr>
        <p:grpSpPr>
          <a:xfrm>
            <a:off x="8830912" y="2274308"/>
            <a:ext cx="2317379" cy="690565"/>
            <a:chOff x="8830912" y="2274308"/>
            <a:chExt cx="2317379" cy="6905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65EF046-4D78-46F5-BBF5-744D4B9D37E4}"/>
                </a:ext>
              </a:extLst>
            </p:cNvPr>
            <p:cNvSpPr/>
            <p:nvPr/>
          </p:nvSpPr>
          <p:spPr>
            <a:xfrm>
              <a:off x="8830912" y="2274308"/>
              <a:ext cx="2317379" cy="690565"/>
            </a:xfrm>
            <a:prstGeom prst="rect">
              <a:avLst/>
            </a:prstGeom>
            <a:solidFill>
              <a:srgbClr val="00206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Wajib</a:t>
              </a:r>
              <a:r>
                <a:rPr lang="en-US" dirty="0"/>
                <a:t> di </a:t>
              </a:r>
              <a:r>
                <a:rPr lang="en-US" dirty="0" err="1"/>
                <a:t>isi</a:t>
              </a:r>
              <a:endParaRPr lang="en-US" dirty="0"/>
            </a:p>
          </p:txBody>
        </p:sp>
        <p:sp>
          <p:nvSpPr>
            <p:cNvPr id="12" name="5-Point Star 14">
              <a:extLst>
                <a:ext uri="{FF2B5EF4-FFF2-40B4-BE49-F238E27FC236}">
                  <a16:creationId xmlns:a16="http://schemas.microsoft.com/office/drawing/2014/main" id="{83A8A6D7-C1DA-46F2-BBB0-AC0A606D0F9A}"/>
                </a:ext>
              </a:extLst>
            </p:cNvPr>
            <p:cNvSpPr/>
            <p:nvPr/>
          </p:nvSpPr>
          <p:spPr>
            <a:xfrm>
              <a:off x="8923276" y="2415622"/>
              <a:ext cx="377742" cy="336814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5-Point Star 16">
            <a:extLst>
              <a:ext uri="{FF2B5EF4-FFF2-40B4-BE49-F238E27FC236}">
                <a16:creationId xmlns:a16="http://schemas.microsoft.com/office/drawing/2014/main" id="{D9CAEE47-4451-4CB5-9A43-09C32D2C80D0}"/>
              </a:ext>
            </a:extLst>
          </p:cNvPr>
          <p:cNvSpPr/>
          <p:nvPr/>
        </p:nvSpPr>
        <p:spPr>
          <a:xfrm>
            <a:off x="1246469" y="2539077"/>
            <a:ext cx="235964" cy="260154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5-Point Star 17">
            <a:extLst>
              <a:ext uri="{FF2B5EF4-FFF2-40B4-BE49-F238E27FC236}">
                <a16:creationId xmlns:a16="http://schemas.microsoft.com/office/drawing/2014/main" id="{0F774AA0-D04E-4ED6-AF8F-04CCF3A5F2D1}"/>
              </a:ext>
            </a:extLst>
          </p:cNvPr>
          <p:cNvSpPr/>
          <p:nvPr/>
        </p:nvSpPr>
        <p:spPr>
          <a:xfrm>
            <a:off x="1334216" y="3476564"/>
            <a:ext cx="235964" cy="260154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5-Point Star 18">
            <a:extLst>
              <a:ext uri="{FF2B5EF4-FFF2-40B4-BE49-F238E27FC236}">
                <a16:creationId xmlns:a16="http://schemas.microsoft.com/office/drawing/2014/main" id="{093C735A-57EE-41EA-8317-8C93D41168EF}"/>
              </a:ext>
            </a:extLst>
          </p:cNvPr>
          <p:cNvSpPr/>
          <p:nvPr/>
        </p:nvSpPr>
        <p:spPr>
          <a:xfrm>
            <a:off x="1311122" y="5854924"/>
            <a:ext cx="235964" cy="260154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8CF67D-F551-4E12-BB2C-718B237A5FF3}"/>
              </a:ext>
            </a:extLst>
          </p:cNvPr>
          <p:cNvSpPr txBox="1"/>
          <p:nvPr/>
        </p:nvSpPr>
        <p:spPr>
          <a:xfrm>
            <a:off x="8450418" y="3392711"/>
            <a:ext cx="3623338" cy="2462213"/>
          </a:xfrm>
          <a:prstGeom prst="rect">
            <a:avLst/>
          </a:prstGeom>
          <a:solidFill>
            <a:srgbClr val="002060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id-ID" sz="1400" dirty="0">
                <a:solidFill>
                  <a:schemeClr val="bg1"/>
                </a:solidFill>
              </a:rPr>
              <a:t>Stock Keeping Unit, penomoran product di took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anda</a:t>
            </a:r>
            <a:r>
              <a:rPr lang="id-ID" sz="1400" dirty="0">
                <a:solidFill>
                  <a:schemeClr val="bg1"/>
                </a:solidFill>
              </a:rPr>
              <a:t>, agar lebih mudah sekolah mencari barang dgn hanya menuliskan SKU nya. 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C</a:t>
            </a:r>
            <a:r>
              <a:rPr lang="id-ID" sz="1400" dirty="0">
                <a:solidFill>
                  <a:schemeClr val="bg1"/>
                </a:solidFill>
              </a:rPr>
              <a:t>ontoh SKU: 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id-ID" sz="1400" dirty="0">
                <a:solidFill>
                  <a:schemeClr val="bg1"/>
                </a:solidFill>
              </a:rPr>
              <a:t>nama perusahaan : </a:t>
            </a:r>
            <a:r>
              <a:rPr lang="id-ID" sz="1400" b="1" dirty="0">
                <a:solidFill>
                  <a:schemeClr val="bg1"/>
                </a:solidFill>
              </a:rPr>
              <a:t>T</a:t>
            </a:r>
            <a:r>
              <a:rPr lang="id-ID" sz="1400" dirty="0">
                <a:solidFill>
                  <a:schemeClr val="bg1"/>
                </a:solidFill>
              </a:rPr>
              <a:t>oko </a:t>
            </a:r>
            <a:r>
              <a:rPr lang="id-ID" sz="1400" b="1" dirty="0">
                <a:solidFill>
                  <a:schemeClr val="bg1"/>
                </a:solidFill>
              </a:rPr>
              <a:t>A</a:t>
            </a:r>
            <a:r>
              <a:rPr lang="id-ID" sz="1400" dirty="0">
                <a:solidFill>
                  <a:schemeClr val="bg1"/>
                </a:solidFill>
              </a:rPr>
              <a:t>badi </a:t>
            </a:r>
            <a:r>
              <a:rPr lang="id-ID" sz="1400" b="1" dirty="0">
                <a:solidFill>
                  <a:schemeClr val="bg1"/>
                </a:solidFill>
              </a:rPr>
              <a:t>M</a:t>
            </a:r>
            <a:r>
              <a:rPr lang="id-ID" sz="1400" dirty="0">
                <a:solidFill>
                  <a:schemeClr val="bg1"/>
                </a:solidFill>
              </a:rPr>
              <a:t>akmur : </a:t>
            </a:r>
            <a:r>
              <a:rPr lang="id-ID" sz="1400" b="1" dirty="0">
                <a:solidFill>
                  <a:schemeClr val="bg1"/>
                </a:solidFill>
              </a:rPr>
              <a:t>TAM</a:t>
            </a:r>
            <a:r>
              <a:rPr lang="id-ID" sz="1400" dirty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id-ID" sz="1400" dirty="0">
                <a:solidFill>
                  <a:schemeClr val="bg1"/>
                </a:solidFill>
              </a:rPr>
              <a:t>barang : </a:t>
            </a:r>
            <a:r>
              <a:rPr lang="id-ID" sz="1400" b="1" dirty="0">
                <a:solidFill>
                  <a:schemeClr val="bg1"/>
                </a:solidFill>
              </a:rPr>
              <a:t>Pe</a:t>
            </a:r>
            <a:r>
              <a:rPr lang="id-ID" sz="1400" dirty="0">
                <a:solidFill>
                  <a:schemeClr val="bg1"/>
                </a:solidFill>
              </a:rPr>
              <a:t>nsil 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id-ID" sz="1400" dirty="0">
                <a:solidFill>
                  <a:schemeClr val="bg1"/>
                </a:solidFill>
              </a:rPr>
              <a:t>nomor produk: </a:t>
            </a:r>
            <a:r>
              <a:rPr lang="id-ID" sz="1400" b="1" dirty="0">
                <a:solidFill>
                  <a:schemeClr val="bg1"/>
                </a:solidFill>
              </a:rPr>
              <a:t>11001</a:t>
            </a:r>
            <a:r>
              <a:rPr lang="id-ID" sz="1400" dirty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id-ID" sz="1400" dirty="0">
                <a:solidFill>
                  <a:schemeClr val="bg1"/>
                </a:solidFill>
              </a:rPr>
              <a:t>maka SKU nya bisa di buat: </a:t>
            </a:r>
            <a:r>
              <a:rPr lang="id-ID" sz="1400" b="1" dirty="0">
                <a:solidFill>
                  <a:schemeClr val="bg1"/>
                </a:solidFill>
              </a:rPr>
              <a:t>TAMPEN11001</a:t>
            </a:r>
            <a:r>
              <a:rPr lang="id-ID" sz="1400" dirty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~</a:t>
            </a:r>
            <a:r>
              <a:rPr lang="id-ID" sz="1400" dirty="0">
                <a:solidFill>
                  <a:schemeClr val="bg1"/>
                </a:solidFill>
              </a:rPr>
              <a:t>ini hanya contoh kecil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penomoran</a:t>
            </a:r>
            <a:r>
              <a:rPr lang="id-ID" sz="1400" dirty="0">
                <a:solidFill>
                  <a:schemeClr val="bg1"/>
                </a:solidFill>
              </a:rPr>
              <a:t> SKU saja, masih banyak referensi SKU yg bisa </a:t>
            </a:r>
            <a:r>
              <a:rPr lang="en-US" sz="1400" dirty="0">
                <a:solidFill>
                  <a:schemeClr val="bg1"/>
                </a:solidFill>
              </a:rPr>
              <a:t>di</a:t>
            </a:r>
            <a:r>
              <a:rPr lang="id-ID" sz="1400" dirty="0">
                <a:solidFill>
                  <a:schemeClr val="bg1"/>
                </a:solidFill>
              </a:rPr>
              <a:t>gunakan</a:t>
            </a:r>
          </a:p>
        </p:txBody>
      </p:sp>
    </p:spTree>
    <p:extLst>
      <p:ext uri="{BB962C8B-B14F-4D97-AF65-F5344CB8AC3E}">
        <p14:creationId xmlns:p14="http://schemas.microsoft.com/office/powerpoint/2010/main" val="1568209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148AD4-A610-4A4B-ADC2-BD81BF42DC2B}"/>
              </a:ext>
            </a:extLst>
          </p:cNvPr>
          <p:cNvSpPr txBox="1"/>
          <p:nvPr/>
        </p:nvSpPr>
        <p:spPr>
          <a:xfrm>
            <a:off x="432137" y="106150"/>
            <a:ext cx="3461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Upload </a:t>
            </a:r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Produk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025A7B1-BBA6-4F68-9A89-CC9A9A6C91C2}"/>
              </a:ext>
            </a:extLst>
          </p:cNvPr>
          <p:cNvGrpSpPr/>
          <p:nvPr/>
        </p:nvGrpSpPr>
        <p:grpSpPr>
          <a:xfrm>
            <a:off x="122796" y="1165532"/>
            <a:ext cx="9533762" cy="4910751"/>
            <a:chOff x="196687" y="1414914"/>
            <a:chExt cx="9533762" cy="491075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5738524-B80F-4373-9DD5-DD8D94965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687" y="1414914"/>
              <a:ext cx="9533762" cy="4910751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EF22486-780B-4B54-85A8-FE55B7C7E7A9}"/>
                </a:ext>
              </a:extLst>
            </p:cNvPr>
            <p:cNvSpPr/>
            <p:nvPr/>
          </p:nvSpPr>
          <p:spPr>
            <a:xfrm>
              <a:off x="5273343" y="3321185"/>
              <a:ext cx="3145601" cy="47496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b="1" dirty="0" err="1">
                  <a:solidFill>
                    <a:srgbClr val="FF0000"/>
                  </a:solidFill>
                </a:rPr>
                <a:t>Diskon</a:t>
              </a:r>
              <a:r>
                <a:rPr lang="en-US" sz="1200" b="1" dirty="0">
                  <a:solidFill>
                    <a:srgbClr val="FF0000"/>
                  </a:solidFill>
                </a:rPr>
                <a:t> </a:t>
              </a:r>
              <a:r>
                <a:rPr lang="en-US" sz="1200" b="1" dirty="0" err="1">
                  <a:solidFill>
                    <a:srgbClr val="FF0000"/>
                  </a:solidFill>
                </a:rPr>
                <a:t>dari</a:t>
              </a:r>
              <a:r>
                <a:rPr lang="en-US" sz="1200" b="1" dirty="0">
                  <a:solidFill>
                    <a:srgbClr val="FF0000"/>
                  </a:solidFill>
                </a:rPr>
                <a:t> </a:t>
              </a:r>
              <a:r>
                <a:rPr lang="en-US" sz="1200" b="1" dirty="0" err="1">
                  <a:solidFill>
                    <a:srgbClr val="FF0000"/>
                  </a:solidFill>
                </a:rPr>
                <a:t>Toko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7330439-8993-4C93-B508-3090B7FFE86A}"/>
                </a:ext>
              </a:extLst>
            </p:cNvPr>
            <p:cNvSpPr/>
            <p:nvPr/>
          </p:nvSpPr>
          <p:spPr>
            <a:xfrm>
              <a:off x="5273344" y="2549949"/>
              <a:ext cx="3145601" cy="47496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b="1" dirty="0" err="1">
                  <a:solidFill>
                    <a:srgbClr val="FF0000"/>
                  </a:solidFill>
                </a:rPr>
                <a:t>Harga</a:t>
              </a:r>
              <a:r>
                <a:rPr lang="en-US" sz="1200" b="1" dirty="0">
                  <a:solidFill>
                    <a:srgbClr val="FF0000"/>
                  </a:solidFill>
                </a:rPr>
                <a:t> </a:t>
              </a:r>
              <a:r>
                <a:rPr lang="en-US" sz="1200" b="1" dirty="0" err="1">
                  <a:solidFill>
                    <a:srgbClr val="FF0000"/>
                  </a:solidFill>
                </a:rPr>
                <a:t>tayang</a:t>
              </a:r>
              <a:r>
                <a:rPr lang="en-US" sz="1200" b="1" dirty="0">
                  <a:solidFill>
                    <a:srgbClr val="FF0000"/>
                  </a:solidFill>
                </a:rPr>
                <a:t> = </a:t>
              </a:r>
              <a:r>
                <a:rPr lang="en-US" sz="1200" b="1" dirty="0" err="1">
                  <a:solidFill>
                    <a:srgbClr val="FF0000"/>
                  </a:solidFill>
                </a:rPr>
                <a:t>harga</a:t>
              </a:r>
              <a:r>
                <a:rPr lang="en-US" sz="1200" b="1" dirty="0">
                  <a:solidFill>
                    <a:srgbClr val="FF0000"/>
                  </a:solidFill>
                </a:rPr>
                <a:t> </a:t>
              </a:r>
              <a:r>
                <a:rPr lang="en-US" sz="1200" b="1" dirty="0" err="1">
                  <a:solidFill>
                    <a:srgbClr val="FF0000"/>
                  </a:solidFill>
                </a:rPr>
                <a:t>barang</a:t>
              </a:r>
              <a:r>
                <a:rPr lang="en-US" sz="1200" b="1" dirty="0">
                  <a:solidFill>
                    <a:srgbClr val="FF0000"/>
                  </a:solidFill>
                </a:rPr>
                <a:t> + </a:t>
              </a:r>
              <a:r>
                <a:rPr lang="en-US" sz="1200" b="1" dirty="0" err="1">
                  <a:solidFill>
                    <a:srgbClr val="FF0000"/>
                  </a:solidFill>
                </a:rPr>
                <a:t>Ongkir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D80281E-2C81-45EA-AD7C-D855F3E13951}"/>
                </a:ext>
              </a:extLst>
            </p:cNvPr>
            <p:cNvSpPr/>
            <p:nvPr/>
          </p:nvSpPr>
          <p:spPr>
            <a:xfrm>
              <a:off x="5273343" y="4200327"/>
              <a:ext cx="3145601" cy="47496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b="1" dirty="0" err="1">
                  <a:solidFill>
                    <a:srgbClr val="FF0000"/>
                  </a:solidFill>
                </a:rPr>
                <a:t>Nilain</a:t>
              </a:r>
              <a:r>
                <a:rPr lang="en-US" sz="1200" b="1" dirty="0">
                  <a:solidFill>
                    <a:srgbClr val="FF0000"/>
                  </a:solidFill>
                </a:rPr>
                <a:t> PPN, </a:t>
              </a:r>
              <a:r>
                <a:rPr lang="en-US" sz="1200" b="1" dirty="0" err="1">
                  <a:solidFill>
                    <a:srgbClr val="FF0000"/>
                  </a:solidFill>
                </a:rPr>
                <a:t>jika</a:t>
              </a:r>
              <a:r>
                <a:rPr lang="en-US" sz="1200" b="1" dirty="0">
                  <a:solidFill>
                    <a:srgbClr val="FF0000"/>
                  </a:solidFill>
                </a:rPr>
                <a:t> </a:t>
              </a:r>
              <a:r>
                <a:rPr lang="en-US" sz="1200" b="1" dirty="0" err="1">
                  <a:solidFill>
                    <a:srgbClr val="FF0000"/>
                  </a:solidFill>
                </a:rPr>
                <a:t>barang</a:t>
              </a:r>
              <a:r>
                <a:rPr lang="en-US" sz="1200" b="1" dirty="0">
                  <a:solidFill>
                    <a:srgbClr val="FF0000"/>
                  </a:solidFill>
                </a:rPr>
                <a:t> </a:t>
              </a:r>
              <a:r>
                <a:rPr lang="en-US" sz="1200" b="1" dirty="0" err="1">
                  <a:solidFill>
                    <a:srgbClr val="FF0000"/>
                  </a:solidFill>
                </a:rPr>
                <a:t>dikenai</a:t>
              </a:r>
              <a:r>
                <a:rPr lang="en-US" sz="1200" b="1" dirty="0">
                  <a:solidFill>
                    <a:srgbClr val="FF0000"/>
                  </a:solidFill>
                </a:rPr>
                <a:t> PPN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0C98A56-BA31-4A64-889F-784CA173FCBD}"/>
                </a:ext>
              </a:extLst>
            </p:cNvPr>
            <p:cNvSpPr/>
            <p:nvPr/>
          </p:nvSpPr>
          <p:spPr>
            <a:xfrm>
              <a:off x="5264107" y="5511116"/>
              <a:ext cx="3145601" cy="47496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Stok </a:t>
              </a:r>
              <a:r>
                <a:rPr lang="en-US" sz="1200" b="1" dirty="0" err="1">
                  <a:solidFill>
                    <a:srgbClr val="FF0000"/>
                  </a:solidFill>
                </a:rPr>
                <a:t>Produk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B750034-868B-4782-AFCE-B95B0720BE17}"/>
              </a:ext>
            </a:extLst>
          </p:cNvPr>
          <p:cNvGrpSpPr/>
          <p:nvPr/>
        </p:nvGrpSpPr>
        <p:grpSpPr>
          <a:xfrm>
            <a:off x="9919856" y="1276781"/>
            <a:ext cx="1985817" cy="552020"/>
            <a:chOff x="8830912" y="2274308"/>
            <a:chExt cx="2317379" cy="69056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261F7DF-976C-445F-A3E5-8FE79BB8BB28}"/>
                </a:ext>
              </a:extLst>
            </p:cNvPr>
            <p:cNvSpPr/>
            <p:nvPr/>
          </p:nvSpPr>
          <p:spPr>
            <a:xfrm>
              <a:off x="8830912" y="2274308"/>
              <a:ext cx="2317379" cy="690565"/>
            </a:xfrm>
            <a:prstGeom prst="rect">
              <a:avLst/>
            </a:prstGeom>
            <a:solidFill>
              <a:srgbClr val="00206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  <a:r>
                <a:rPr lang="en-US" dirty="0" err="1"/>
                <a:t>Wajib</a:t>
              </a:r>
              <a:r>
                <a:rPr lang="en-US" dirty="0"/>
                <a:t> di </a:t>
              </a:r>
              <a:r>
                <a:rPr lang="en-US" dirty="0" err="1"/>
                <a:t>isi</a:t>
              </a:r>
              <a:endParaRPr lang="en-US" dirty="0"/>
            </a:p>
          </p:txBody>
        </p:sp>
        <p:sp>
          <p:nvSpPr>
            <p:cNvPr id="25" name="5-Point Star 16">
              <a:extLst>
                <a:ext uri="{FF2B5EF4-FFF2-40B4-BE49-F238E27FC236}">
                  <a16:creationId xmlns:a16="http://schemas.microsoft.com/office/drawing/2014/main" id="{945EE735-AFCC-4CD3-859F-12A08F8B58B4}"/>
                </a:ext>
              </a:extLst>
            </p:cNvPr>
            <p:cNvSpPr/>
            <p:nvPr/>
          </p:nvSpPr>
          <p:spPr>
            <a:xfrm>
              <a:off x="8923276" y="2415622"/>
              <a:ext cx="377742" cy="336814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5-Point Star 17">
            <a:extLst>
              <a:ext uri="{FF2B5EF4-FFF2-40B4-BE49-F238E27FC236}">
                <a16:creationId xmlns:a16="http://schemas.microsoft.com/office/drawing/2014/main" id="{2E7930D1-C42C-4827-AF29-6F6EDFBD9E01}"/>
              </a:ext>
            </a:extLst>
          </p:cNvPr>
          <p:cNvSpPr/>
          <p:nvPr/>
        </p:nvSpPr>
        <p:spPr>
          <a:xfrm>
            <a:off x="1306507" y="1999458"/>
            <a:ext cx="346802" cy="301109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5-Point Star 18">
            <a:extLst>
              <a:ext uri="{FF2B5EF4-FFF2-40B4-BE49-F238E27FC236}">
                <a16:creationId xmlns:a16="http://schemas.microsoft.com/office/drawing/2014/main" id="{7D77B09E-B04C-4AD9-BF66-21CBD938A825}"/>
              </a:ext>
            </a:extLst>
          </p:cNvPr>
          <p:cNvSpPr/>
          <p:nvPr/>
        </p:nvSpPr>
        <p:spPr>
          <a:xfrm>
            <a:off x="775422" y="4645677"/>
            <a:ext cx="346802" cy="301109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5EF667-4155-4FFB-9F07-E9C348C479FA}"/>
              </a:ext>
            </a:extLst>
          </p:cNvPr>
          <p:cNvSpPr/>
          <p:nvPr/>
        </p:nvSpPr>
        <p:spPr>
          <a:xfrm>
            <a:off x="143706" y="6294660"/>
            <a:ext cx="10111491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ysClr val="windowText" lastClr="000000"/>
                </a:solidFill>
              </a:rPr>
              <a:t>Untuk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  <a:r>
              <a:rPr lang="en-US" b="1" dirty="0" err="1">
                <a:solidFill>
                  <a:sysClr val="windowText" lastClr="000000"/>
                </a:solidFill>
              </a:rPr>
              <a:t>Sementara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harga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tayang</a:t>
            </a:r>
            <a:r>
              <a:rPr lang="en-US" dirty="0">
                <a:solidFill>
                  <a:sysClr val="windowText" lastClr="000000"/>
                </a:solidFill>
              </a:rPr>
              <a:t> = </a:t>
            </a:r>
            <a:r>
              <a:rPr lang="en-US" dirty="0" err="1">
                <a:solidFill>
                  <a:sysClr val="windowText" lastClr="000000"/>
                </a:solidFill>
              </a:rPr>
              <a:t>harga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barang</a:t>
            </a:r>
            <a:r>
              <a:rPr lang="en-US" dirty="0">
                <a:solidFill>
                  <a:sysClr val="windowText" lastClr="000000"/>
                </a:solidFill>
              </a:rPr>
              <a:t>+ </a:t>
            </a:r>
            <a:r>
              <a:rPr lang="en-US" dirty="0" err="1">
                <a:solidFill>
                  <a:sysClr val="windowText" lastClr="000000"/>
                </a:solidFill>
              </a:rPr>
              <a:t>ongkir</a:t>
            </a:r>
            <a:r>
              <a:rPr lang="en-US" dirty="0">
                <a:solidFill>
                  <a:sysClr val="windowText" lastClr="000000"/>
                </a:solidFill>
              </a:rPr>
              <a:t> + PPN(</a:t>
            </a:r>
            <a:r>
              <a:rPr lang="en-US" dirty="0" err="1">
                <a:solidFill>
                  <a:sysClr val="windowText" lastClr="000000"/>
                </a:solidFill>
              </a:rPr>
              <a:t>jika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barang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tersebut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dikenai</a:t>
            </a:r>
            <a:r>
              <a:rPr lang="en-US" dirty="0">
                <a:solidFill>
                  <a:sysClr val="windowText" lastClr="000000"/>
                </a:solidFill>
              </a:rPr>
              <a:t> PPN).</a:t>
            </a:r>
          </a:p>
        </p:txBody>
      </p:sp>
    </p:spTree>
    <p:extLst>
      <p:ext uri="{BB962C8B-B14F-4D97-AF65-F5344CB8AC3E}">
        <p14:creationId xmlns:p14="http://schemas.microsoft.com/office/powerpoint/2010/main" val="985030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148AD4-A610-4A4B-ADC2-BD81BF42DC2B}"/>
              </a:ext>
            </a:extLst>
          </p:cNvPr>
          <p:cNvSpPr txBox="1"/>
          <p:nvPr/>
        </p:nvSpPr>
        <p:spPr>
          <a:xfrm>
            <a:off x="432137" y="106150"/>
            <a:ext cx="3461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Upload </a:t>
            </a:r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Produk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883018E-1EFC-46C7-A7AF-2DC6A68438F1}"/>
              </a:ext>
            </a:extLst>
          </p:cNvPr>
          <p:cNvGrpSpPr/>
          <p:nvPr/>
        </p:nvGrpSpPr>
        <p:grpSpPr>
          <a:xfrm>
            <a:off x="9919856" y="1276781"/>
            <a:ext cx="1985817" cy="552020"/>
            <a:chOff x="8830912" y="2274308"/>
            <a:chExt cx="2317379" cy="69056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0557927-321E-4924-9C08-B93A9BF290E6}"/>
                </a:ext>
              </a:extLst>
            </p:cNvPr>
            <p:cNvSpPr/>
            <p:nvPr/>
          </p:nvSpPr>
          <p:spPr>
            <a:xfrm>
              <a:off x="8830912" y="2274308"/>
              <a:ext cx="2317379" cy="690565"/>
            </a:xfrm>
            <a:prstGeom prst="rect">
              <a:avLst/>
            </a:prstGeom>
            <a:solidFill>
              <a:srgbClr val="00206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  <a:r>
                <a:rPr lang="en-US" dirty="0" err="1"/>
                <a:t>Wajib</a:t>
              </a:r>
              <a:r>
                <a:rPr lang="en-US" dirty="0"/>
                <a:t> di </a:t>
              </a:r>
              <a:r>
                <a:rPr lang="en-US" dirty="0" err="1"/>
                <a:t>isi</a:t>
              </a:r>
              <a:endParaRPr lang="en-US" dirty="0"/>
            </a:p>
          </p:txBody>
        </p:sp>
        <p:sp>
          <p:nvSpPr>
            <p:cNvPr id="28" name="5-Point Star 16">
              <a:extLst>
                <a:ext uri="{FF2B5EF4-FFF2-40B4-BE49-F238E27FC236}">
                  <a16:creationId xmlns:a16="http://schemas.microsoft.com/office/drawing/2014/main" id="{950042CB-1D45-42EF-BA1E-A752AF510C4D}"/>
                </a:ext>
              </a:extLst>
            </p:cNvPr>
            <p:cNvSpPr/>
            <p:nvPr/>
          </p:nvSpPr>
          <p:spPr>
            <a:xfrm>
              <a:off x="8923276" y="2415622"/>
              <a:ext cx="377742" cy="336814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4F69499C-E5FA-4740-9CF4-2A6EF80AA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9" y="1071008"/>
            <a:ext cx="7674368" cy="5643827"/>
          </a:xfrm>
          <a:prstGeom prst="rect">
            <a:avLst/>
          </a:prstGeom>
        </p:spPr>
      </p:pic>
      <p:sp>
        <p:nvSpPr>
          <p:cNvPr id="30" name="5-Point Star 17">
            <a:extLst>
              <a:ext uri="{FF2B5EF4-FFF2-40B4-BE49-F238E27FC236}">
                <a16:creationId xmlns:a16="http://schemas.microsoft.com/office/drawing/2014/main" id="{BF295915-C85B-4A83-B225-146F9397A976}"/>
              </a:ext>
            </a:extLst>
          </p:cNvPr>
          <p:cNvSpPr/>
          <p:nvPr/>
        </p:nvSpPr>
        <p:spPr>
          <a:xfrm>
            <a:off x="1107927" y="2225749"/>
            <a:ext cx="346802" cy="301109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8508633-60BA-487B-A900-B63DECCC7FC1}"/>
              </a:ext>
            </a:extLst>
          </p:cNvPr>
          <p:cNvSpPr/>
          <p:nvPr/>
        </p:nvSpPr>
        <p:spPr>
          <a:xfrm>
            <a:off x="6539345" y="6114472"/>
            <a:ext cx="1662546" cy="665019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ular Callout 18">
            <a:extLst>
              <a:ext uri="{FF2B5EF4-FFF2-40B4-BE49-F238E27FC236}">
                <a16:creationId xmlns:a16="http://schemas.microsoft.com/office/drawing/2014/main" id="{59E5C485-7C6C-499B-8A0D-18A52277CCCB}"/>
              </a:ext>
            </a:extLst>
          </p:cNvPr>
          <p:cNvSpPr/>
          <p:nvPr/>
        </p:nvSpPr>
        <p:spPr>
          <a:xfrm>
            <a:off x="7955673" y="2733575"/>
            <a:ext cx="3950000" cy="1681149"/>
          </a:xfrm>
          <a:prstGeom prst="wedgeRoundRectCallout">
            <a:avLst>
              <a:gd name="adj1" fmla="val -54649"/>
              <a:gd name="adj2" fmla="val 154409"/>
              <a:gd name="adj3" fmla="val 16667"/>
            </a:avLst>
          </a:prstGeom>
          <a:solidFill>
            <a:srgbClr val="FFFF00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jika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semua</a:t>
            </a:r>
            <a:r>
              <a:rPr lang="en-US" dirty="0">
                <a:solidFill>
                  <a:sysClr val="windowText" lastClr="000000"/>
                </a:solidFill>
              </a:rPr>
              <a:t> form </a:t>
            </a:r>
            <a:r>
              <a:rPr lang="en-US" dirty="0" err="1">
                <a:solidFill>
                  <a:sysClr val="windowText" lastClr="000000"/>
                </a:solidFill>
              </a:rPr>
              <a:t>sudah</a:t>
            </a:r>
            <a:r>
              <a:rPr lang="en-US" dirty="0">
                <a:solidFill>
                  <a:sysClr val="windowText" lastClr="000000"/>
                </a:solidFill>
              </a:rPr>
              <a:t> di </a:t>
            </a:r>
            <a:r>
              <a:rPr lang="en-US" dirty="0" err="1">
                <a:solidFill>
                  <a:sysClr val="windowText" lastClr="000000"/>
                </a:solidFill>
              </a:rPr>
              <a:t>isi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klik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</a:p>
          <a:p>
            <a:pPr algn="ctr"/>
            <a:r>
              <a:rPr lang="en-US" sz="2800" b="1" dirty="0" err="1">
                <a:solidFill>
                  <a:sysClr val="windowText" lastClr="000000"/>
                </a:solidFill>
              </a:rPr>
              <a:t>Jual</a:t>
            </a:r>
            <a:r>
              <a:rPr lang="en-US" sz="2800" b="1" dirty="0">
                <a:solidFill>
                  <a:sysClr val="windowText" lastClr="000000"/>
                </a:solidFill>
              </a:rPr>
              <a:t> </a:t>
            </a:r>
            <a:r>
              <a:rPr lang="en-US" sz="2800" b="1" dirty="0" err="1">
                <a:solidFill>
                  <a:sysClr val="windowText" lastClr="000000"/>
                </a:solidFill>
              </a:rPr>
              <a:t>Produk</a:t>
            </a:r>
            <a:endParaRPr lang="en-US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10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148AD4-A610-4A4B-ADC2-BD81BF42DC2B}"/>
              </a:ext>
            </a:extLst>
          </p:cNvPr>
          <p:cNvSpPr txBox="1"/>
          <p:nvPr/>
        </p:nvSpPr>
        <p:spPr>
          <a:xfrm>
            <a:off x="432137" y="106150"/>
            <a:ext cx="5892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Halaman</a:t>
            </a: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 Daftar </a:t>
            </a:r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Produk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204111-8405-41A4-935D-E2D3D3DCA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57" y="1072460"/>
            <a:ext cx="3780076" cy="30952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05DFE1-4434-44CE-9C69-8D96E0156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326" y="1072460"/>
            <a:ext cx="7277474" cy="41277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Flowchart: Off-page Connector 11">
            <a:extLst>
              <a:ext uri="{FF2B5EF4-FFF2-40B4-BE49-F238E27FC236}">
                <a16:creationId xmlns:a16="http://schemas.microsoft.com/office/drawing/2014/main" id="{BA861EE7-C5BB-4898-B569-298F67E9E9AD}"/>
              </a:ext>
            </a:extLst>
          </p:cNvPr>
          <p:cNvSpPr/>
          <p:nvPr/>
        </p:nvSpPr>
        <p:spPr>
          <a:xfrm rot="16200000">
            <a:off x="1713703" y="3224725"/>
            <a:ext cx="983729" cy="4411135"/>
          </a:xfrm>
          <a:prstGeom prst="flowChartOffpageConnector">
            <a:avLst/>
          </a:prstGeom>
          <a:solidFill>
            <a:srgbClr val="FFFF0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DA4E52-26AE-43E9-9998-A387962090B5}"/>
              </a:ext>
            </a:extLst>
          </p:cNvPr>
          <p:cNvSpPr txBox="1"/>
          <p:nvPr/>
        </p:nvSpPr>
        <p:spPr>
          <a:xfrm>
            <a:off x="76967" y="5053579"/>
            <a:ext cx="3598333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sysClr val="windowText" lastClr="000000"/>
                </a:solidFill>
              </a:rPr>
              <a:t>Produk</a:t>
            </a:r>
            <a:r>
              <a:rPr lang="en-US" b="1" dirty="0">
                <a:solidFill>
                  <a:sysClr val="windowText" lastClr="000000"/>
                </a:solidFill>
              </a:rPr>
              <a:t> yang </a:t>
            </a:r>
            <a:r>
              <a:rPr lang="en-US" b="1" dirty="0" err="1">
                <a:solidFill>
                  <a:sysClr val="windowText" lastClr="000000"/>
                </a:solidFill>
              </a:rPr>
              <a:t>sudah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  <a:r>
              <a:rPr lang="en-US" b="1" dirty="0" err="1">
                <a:solidFill>
                  <a:sysClr val="windowText" lastClr="000000"/>
                </a:solidFill>
              </a:rPr>
              <a:t>diupload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  <a:r>
              <a:rPr lang="en-US" b="1" dirty="0" err="1">
                <a:solidFill>
                  <a:sysClr val="windowText" lastClr="000000"/>
                </a:solidFill>
              </a:rPr>
              <a:t>akan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  <a:r>
              <a:rPr lang="en-US" b="1" dirty="0" err="1">
                <a:solidFill>
                  <a:sysClr val="windowText" lastClr="000000"/>
                </a:solidFill>
              </a:rPr>
              <a:t>masuk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  <a:r>
              <a:rPr lang="en-US" b="1" dirty="0" err="1">
                <a:solidFill>
                  <a:sysClr val="windowText" lastClr="000000"/>
                </a:solidFill>
              </a:rPr>
              <a:t>ke</a:t>
            </a:r>
            <a:r>
              <a:rPr lang="en-US" b="1" dirty="0">
                <a:solidFill>
                  <a:sysClr val="windowText" lastClr="000000"/>
                </a:solidFill>
              </a:rPr>
              <a:t> Daftar </a:t>
            </a:r>
            <a:r>
              <a:rPr lang="en-US" b="1" dirty="0" err="1">
                <a:solidFill>
                  <a:sysClr val="windowText" lastClr="000000"/>
                </a:solidFill>
              </a:rPr>
              <a:t>Produk</a:t>
            </a:r>
            <a:endParaRPr lang="en-US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829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8A2979-A456-4286-B8FC-8FF4C0C58EFD}"/>
              </a:ext>
            </a:extLst>
          </p:cNvPr>
          <p:cNvSpPr txBox="1"/>
          <p:nvPr/>
        </p:nvSpPr>
        <p:spPr>
          <a:xfrm>
            <a:off x="5289884" y="3699310"/>
            <a:ext cx="5777059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Transaksi</a:t>
            </a:r>
            <a:endParaRPr lang="en-US" altLang="ko-KR" sz="4800" b="1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E2ACF8F-412B-4259-9576-1D195438BE9E}"/>
              </a:ext>
            </a:extLst>
          </p:cNvPr>
          <p:cNvGrpSpPr/>
          <p:nvPr/>
        </p:nvGrpSpPr>
        <p:grpSpPr>
          <a:xfrm>
            <a:off x="1607538" y="1186025"/>
            <a:ext cx="4328528" cy="3899363"/>
            <a:chOff x="2894307" y="788255"/>
            <a:chExt cx="5026316" cy="452796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20A5C67-A09E-41E0-8719-B15397341675}"/>
                </a:ext>
              </a:extLst>
            </p:cNvPr>
            <p:cNvGrpSpPr/>
            <p:nvPr/>
          </p:nvGrpSpPr>
          <p:grpSpPr>
            <a:xfrm>
              <a:off x="3617375" y="788255"/>
              <a:ext cx="4303248" cy="4527967"/>
              <a:chOff x="5266044" y="3820965"/>
              <a:chExt cx="2472245" cy="2601348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B4C59625-C7FB-408D-B215-BD166DC61295}"/>
                  </a:ext>
                </a:extLst>
              </p:cNvPr>
              <p:cNvSpPr/>
              <p:nvPr/>
            </p:nvSpPr>
            <p:spPr>
              <a:xfrm>
                <a:off x="6011852" y="5793663"/>
                <a:ext cx="266700" cy="628650"/>
              </a:xfrm>
              <a:custGeom>
                <a:avLst/>
                <a:gdLst>
                  <a:gd name="connsiteX0" fmla="*/ 7144 w 266700"/>
                  <a:gd name="connsiteY0" fmla="*/ 243364 h 628650"/>
                  <a:gd name="connsiteX1" fmla="*/ 259556 w 266700"/>
                  <a:gd name="connsiteY1" fmla="*/ 627221 h 628650"/>
                  <a:gd name="connsiteX2" fmla="*/ 193834 w 266700"/>
                  <a:gd name="connsiteY2" fmla="*/ 7144 h 628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6700" h="628650">
                    <a:moveTo>
                      <a:pt x="7144" y="243364"/>
                    </a:moveTo>
                    <a:lnTo>
                      <a:pt x="259556" y="627221"/>
                    </a:lnTo>
                    <a:lnTo>
                      <a:pt x="193834" y="71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0908E7C-5307-428C-9E05-94ABF7F940A2}"/>
                  </a:ext>
                </a:extLst>
              </p:cNvPr>
              <p:cNvSpPr/>
              <p:nvPr/>
            </p:nvSpPr>
            <p:spPr>
              <a:xfrm>
                <a:off x="6016614" y="5793663"/>
                <a:ext cx="228600" cy="342900"/>
              </a:xfrm>
              <a:custGeom>
                <a:avLst/>
                <a:gdLst>
                  <a:gd name="connsiteX0" fmla="*/ 7144 w 228600"/>
                  <a:gd name="connsiteY0" fmla="*/ 243364 h 342900"/>
                  <a:gd name="connsiteX1" fmla="*/ 224314 w 228600"/>
                  <a:gd name="connsiteY1" fmla="*/ 340519 h 342900"/>
                  <a:gd name="connsiteX2" fmla="*/ 189071 w 228600"/>
                  <a:gd name="connsiteY2" fmla="*/ 7144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600" h="342900">
                    <a:moveTo>
                      <a:pt x="7144" y="243364"/>
                    </a:moveTo>
                    <a:lnTo>
                      <a:pt x="224314" y="340519"/>
                    </a:lnTo>
                    <a:lnTo>
                      <a:pt x="189071" y="714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5098541D-8915-4926-8EAA-271CB0CCF89D}"/>
                  </a:ext>
                </a:extLst>
              </p:cNvPr>
              <p:cNvSpPr/>
              <p:nvPr/>
            </p:nvSpPr>
            <p:spPr>
              <a:xfrm>
                <a:off x="6002327" y="5438381"/>
                <a:ext cx="914400" cy="609600"/>
              </a:xfrm>
              <a:custGeom>
                <a:avLst/>
                <a:gdLst>
                  <a:gd name="connsiteX0" fmla="*/ 915829 w 914400"/>
                  <a:gd name="connsiteY0" fmla="*/ 362426 h 609600"/>
                  <a:gd name="connsiteX1" fmla="*/ 7144 w 914400"/>
                  <a:gd name="connsiteY1" fmla="*/ 603409 h 609600"/>
                  <a:gd name="connsiteX2" fmla="*/ 411004 w 914400"/>
                  <a:gd name="connsiteY2" fmla="*/ 714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14400" h="609600">
                    <a:moveTo>
                      <a:pt x="915829" y="362426"/>
                    </a:moveTo>
                    <a:lnTo>
                      <a:pt x="7144" y="603409"/>
                    </a:lnTo>
                    <a:lnTo>
                      <a:pt x="411004" y="71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487868F-3510-4147-938A-BE68F2183A54}"/>
                  </a:ext>
                </a:extLst>
              </p:cNvPr>
              <p:cNvSpPr/>
              <p:nvPr/>
            </p:nvSpPr>
            <p:spPr>
              <a:xfrm>
                <a:off x="6188064" y="5469813"/>
                <a:ext cx="733425" cy="333375"/>
              </a:xfrm>
              <a:custGeom>
                <a:avLst/>
                <a:gdLst>
                  <a:gd name="connsiteX0" fmla="*/ 730091 w 733425"/>
                  <a:gd name="connsiteY0" fmla="*/ 330994 h 333375"/>
                  <a:gd name="connsiteX1" fmla="*/ 7144 w 733425"/>
                  <a:gd name="connsiteY1" fmla="*/ 305276 h 333375"/>
                  <a:gd name="connsiteX2" fmla="*/ 198596 w 733425"/>
                  <a:gd name="connsiteY2" fmla="*/ 7144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33425" h="333375">
                    <a:moveTo>
                      <a:pt x="730091" y="330994"/>
                    </a:moveTo>
                    <a:lnTo>
                      <a:pt x="7144" y="305276"/>
                    </a:lnTo>
                    <a:lnTo>
                      <a:pt x="198596" y="714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92633D7-D0C2-417C-9461-9559C8CE68E8}"/>
                  </a:ext>
                </a:extLst>
              </p:cNvPr>
              <p:cNvSpPr/>
              <p:nvPr/>
            </p:nvSpPr>
            <p:spPr>
              <a:xfrm>
                <a:off x="5266044" y="5024043"/>
                <a:ext cx="1819275" cy="781050"/>
              </a:xfrm>
              <a:custGeom>
                <a:avLst/>
                <a:gdLst>
                  <a:gd name="connsiteX0" fmla="*/ 7144 w 1819275"/>
                  <a:gd name="connsiteY0" fmla="*/ 210026 h 781050"/>
                  <a:gd name="connsiteX1" fmla="*/ 1652111 w 1819275"/>
                  <a:gd name="connsiteY1" fmla="*/ 776764 h 781050"/>
                  <a:gd name="connsiteX2" fmla="*/ 1814036 w 1819275"/>
                  <a:gd name="connsiteY2" fmla="*/ 7144 h 781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9275" h="781050">
                    <a:moveTo>
                      <a:pt x="7144" y="210026"/>
                    </a:moveTo>
                    <a:lnTo>
                      <a:pt x="1652111" y="776764"/>
                    </a:lnTo>
                    <a:lnTo>
                      <a:pt x="1814036" y="71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16C971D-B04E-4997-98E7-0D28B39A7AE2}"/>
                  </a:ext>
                </a:extLst>
              </p:cNvPr>
              <p:cNvSpPr/>
              <p:nvPr/>
            </p:nvSpPr>
            <p:spPr>
              <a:xfrm>
                <a:off x="5266044" y="5140248"/>
                <a:ext cx="1790700" cy="304800"/>
              </a:xfrm>
              <a:custGeom>
                <a:avLst/>
                <a:gdLst>
                  <a:gd name="connsiteX0" fmla="*/ 7144 w 1790700"/>
                  <a:gd name="connsiteY0" fmla="*/ 93821 h 304800"/>
                  <a:gd name="connsiteX1" fmla="*/ 1727359 w 1790700"/>
                  <a:gd name="connsiteY1" fmla="*/ 305276 h 304800"/>
                  <a:gd name="connsiteX2" fmla="*/ 1792129 w 1790700"/>
                  <a:gd name="connsiteY2" fmla="*/ 714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90700" h="304800">
                    <a:moveTo>
                      <a:pt x="7144" y="93821"/>
                    </a:moveTo>
                    <a:lnTo>
                      <a:pt x="1727359" y="305276"/>
                    </a:lnTo>
                    <a:lnTo>
                      <a:pt x="1792129" y="714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EF1BC10-5394-4692-A653-21E97C02C741}"/>
                  </a:ext>
                </a:extLst>
              </p:cNvPr>
              <p:cNvSpPr/>
              <p:nvPr/>
            </p:nvSpPr>
            <p:spPr>
              <a:xfrm>
                <a:off x="5273188" y="3820965"/>
                <a:ext cx="2465101" cy="1458824"/>
              </a:xfrm>
              <a:custGeom>
                <a:avLst/>
                <a:gdLst>
                  <a:gd name="connsiteX0" fmla="*/ 92869 w 2847975"/>
                  <a:gd name="connsiteY0" fmla="*/ 282416 h 1504950"/>
                  <a:gd name="connsiteX1" fmla="*/ 2715101 w 2847975"/>
                  <a:gd name="connsiteY1" fmla="*/ 7144 h 1504950"/>
                  <a:gd name="connsiteX2" fmla="*/ 2843689 w 2847975"/>
                  <a:gd name="connsiteY2" fmla="*/ 1497806 h 1504950"/>
                  <a:gd name="connsiteX3" fmla="*/ 7144 w 2847975"/>
                  <a:gd name="connsiteY3" fmla="*/ 1452086 h 1504950"/>
                  <a:gd name="connsiteX0" fmla="*/ 85725 w 2836545"/>
                  <a:gd name="connsiteY0" fmla="*/ 243434 h 1458824"/>
                  <a:gd name="connsiteX1" fmla="*/ 2400189 w 2836545"/>
                  <a:gd name="connsiteY1" fmla="*/ 0 h 1458824"/>
                  <a:gd name="connsiteX2" fmla="*/ 2836545 w 2836545"/>
                  <a:gd name="connsiteY2" fmla="*/ 1458824 h 1458824"/>
                  <a:gd name="connsiteX3" fmla="*/ 0 w 2836545"/>
                  <a:gd name="connsiteY3" fmla="*/ 1413104 h 1458824"/>
                  <a:gd name="connsiteX4" fmla="*/ 85725 w 2836545"/>
                  <a:gd name="connsiteY4" fmla="*/ 243434 h 1458824"/>
                  <a:gd name="connsiteX0" fmla="*/ 85725 w 2465101"/>
                  <a:gd name="connsiteY0" fmla="*/ 243434 h 1458824"/>
                  <a:gd name="connsiteX1" fmla="*/ 2400189 w 2465101"/>
                  <a:gd name="connsiteY1" fmla="*/ 0 h 1458824"/>
                  <a:gd name="connsiteX2" fmla="*/ 2465101 w 2465101"/>
                  <a:gd name="connsiteY2" fmla="*/ 1458824 h 1458824"/>
                  <a:gd name="connsiteX3" fmla="*/ 0 w 2465101"/>
                  <a:gd name="connsiteY3" fmla="*/ 1413104 h 1458824"/>
                  <a:gd name="connsiteX4" fmla="*/ 85725 w 2465101"/>
                  <a:gd name="connsiteY4" fmla="*/ 243434 h 1458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65101" h="1458824">
                    <a:moveTo>
                      <a:pt x="85725" y="243434"/>
                    </a:moveTo>
                    <a:lnTo>
                      <a:pt x="2400189" y="0"/>
                    </a:lnTo>
                    <a:lnTo>
                      <a:pt x="2465101" y="1458824"/>
                    </a:lnTo>
                    <a:lnTo>
                      <a:pt x="0" y="1413104"/>
                    </a:lnTo>
                    <a:lnTo>
                      <a:pt x="85725" y="24343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B05B07-7AC0-439B-831A-7713EFCBADB2}"/>
                </a:ext>
              </a:extLst>
            </p:cNvPr>
            <p:cNvSpPr/>
            <p:nvPr/>
          </p:nvSpPr>
          <p:spPr>
            <a:xfrm rot="1779947">
              <a:off x="3205947" y="3169645"/>
              <a:ext cx="247650" cy="238125"/>
            </a:xfrm>
            <a:custGeom>
              <a:avLst/>
              <a:gdLst>
                <a:gd name="connsiteX0" fmla="*/ 71914 w 247650"/>
                <a:gd name="connsiteY0" fmla="*/ 231934 h 238125"/>
                <a:gd name="connsiteX1" fmla="*/ 242411 w 247650"/>
                <a:gd name="connsiteY1" fmla="*/ 7144 h 238125"/>
                <a:gd name="connsiteX2" fmla="*/ 7144 w 247650"/>
                <a:gd name="connsiteY2" fmla="*/ 34766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7650" h="238125">
                  <a:moveTo>
                    <a:pt x="71914" y="231934"/>
                  </a:moveTo>
                  <a:lnTo>
                    <a:pt x="242411" y="7144"/>
                  </a:lnTo>
                  <a:lnTo>
                    <a:pt x="7144" y="3476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7CA0A9A-B4C5-44E3-AD6F-D32EC651C94B}"/>
                </a:ext>
              </a:extLst>
            </p:cNvPr>
            <p:cNvSpPr/>
            <p:nvPr/>
          </p:nvSpPr>
          <p:spPr>
            <a:xfrm rot="20731799">
              <a:off x="3220235" y="3315378"/>
              <a:ext cx="409575" cy="342900"/>
            </a:xfrm>
            <a:custGeom>
              <a:avLst/>
              <a:gdLst>
                <a:gd name="connsiteX0" fmla="*/ 407194 w 409575"/>
                <a:gd name="connsiteY0" fmla="*/ 7144 h 342900"/>
                <a:gd name="connsiteX1" fmla="*/ 7144 w 409575"/>
                <a:gd name="connsiteY1" fmla="*/ 270986 h 342900"/>
                <a:gd name="connsiteX2" fmla="*/ 163354 w 409575"/>
                <a:gd name="connsiteY2" fmla="*/ 338614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575" h="342900">
                  <a:moveTo>
                    <a:pt x="407194" y="7144"/>
                  </a:moveTo>
                  <a:lnTo>
                    <a:pt x="7144" y="270986"/>
                  </a:lnTo>
                  <a:lnTo>
                    <a:pt x="163354" y="33861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F2C440BD-A1EE-4511-A092-66A0C3562169}"/>
                </a:ext>
              </a:extLst>
            </p:cNvPr>
            <p:cNvSpPr/>
            <p:nvPr/>
          </p:nvSpPr>
          <p:spPr>
            <a:xfrm rot="1642289">
              <a:off x="2894307" y="2939798"/>
              <a:ext cx="140339" cy="140339"/>
            </a:xfrm>
            <a:prstGeom prst="plus">
              <a:avLst>
                <a:gd name="adj" fmla="val 4377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Star: 5 Points 23">
              <a:extLst>
                <a:ext uri="{FF2B5EF4-FFF2-40B4-BE49-F238E27FC236}">
                  <a16:creationId xmlns:a16="http://schemas.microsoft.com/office/drawing/2014/main" id="{1567340D-C398-499C-B7C4-D71207E9DAA5}"/>
                </a:ext>
              </a:extLst>
            </p:cNvPr>
            <p:cNvSpPr/>
            <p:nvPr/>
          </p:nvSpPr>
          <p:spPr>
            <a:xfrm rot="1627316">
              <a:off x="3122393" y="3454277"/>
              <a:ext cx="155440" cy="15544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2DAE22E-C2FD-42A4-82EB-6374FBA71F36}"/>
                </a:ext>
              </a:extLst>
            </p:cNvPr>
            <p:cNvSpPr/>
            <p:nvPr/>
          </p:nvSpPr>
          <p:spPr>
            <a:xfrm rot="160678" flipV="1">
              <a:off x="3216871" y="2860160"/>
              <a:ext cx="291865" cy="238731"/>
            </a:xfrm>
            <a:custGeom>
              <a:avLst/>
              <a:gdLst>
                <a:gd name="connsiteX0" fmla="*/ 407194 w 409575"/>
                <a:gd name="connsiteY0" fmla="*/ 7144 h 342900"/>
                <a:gd name="connsiteX1" fmla="*/ 7144 w 409575"/>
                <a:gd name="connsiteY1" fmla="*/ 270986 h 342900"/>
                <a:gd name="connsiteX2" fmla="*/ 163354 w 409575"/>
                <a:gd name="connsiteY2" fmla="*/ 338614 h 342900"/>
                <a:gd name="connsiteX0" fmla="*/ 291865 w 291865"/>
                <a:gd name="connsiteY0" fmla="*/ 0 h 244921"/>
                <a:gd name="connsiteX1" fmla="*/ 0 w 291865"/>
                <a:gd name="connsiteY1" fmla="*/ 177293 h 244921"/>
                <a:gd name="connsiteX2" fmla="*/ 156210 w 291865"/>
                <a:gd name="connsiteY2" fmla="*/ 244921 h 244921"/>
                <a:gd name="connsiteX3" fmla="*/ 291865 w 291865"/>
                <a:gd name="connsiteY3" fmla="*/ 0 h 244921"/>
                <a:gd name="connsiteX0" fmla="*/ 291865 w 291865"/>
                <a:gd name="connsiteY0" fmla="*/ 0 h 202224"/>
                <a:gd name="connsiteX1" fmla="*/ 0 w 291865"/>
                <a:gd name="connsiteY1" fmla="*/ 177293 h 202224"/>
                <a:gd name="connsiteX2" fmla="*/ 138611 w 291865"/>
                <a:gd name="connsiteY2" fmla="*/ 202224 h 202224"/>
                <a:gd name="connsiteX3" fmla="*/ 291865 w 291865"/>
                <a:gd name="connsiteY3" fmla="*/ 0 h 202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1865" h="202224">
                  <a:moveTo>
                    <a:pt x="291865" y="0"/>
                  </a:moveTo>
                  <a:lnTo>
                    <a:pt x="0" y="177293"/>
                  </a:lnTo>
                  <a:lnTo>
                    <a:pt x="138611" y="202224"/>
                  </a:lnTo>
                  <a:cubicBezTo>
                    <a:pt x="219891" y="91734"/>
                    <a:pt x="210585" y="110490"/>
                    <a:pt x="291865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7BFF0FC-DCAB-47B2-8C30-94BCD79923D1}"/>
              </a:ext>
            </a:extLst>
          </p:cNvPr>
          <p:cNvGrpSpPr/>
          <p:nvPr/>
        </p:nvGrpSpPr>
        <p:grpSpPr>
          <a:xfrm>
            <a:off x="3747952" y="5112407"/>
            <a:ext cx="8167319" cy="142202"/>
            <a:chOff x="3632040" y="5304907"/>
            <a:chExt cx="8559959" cy="13700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77B777B-DEA8-4573-8596-03CD5CF4ACD7}"/>
                </a:ext>
              </a:extLst>
            </p:cNvPr>
            <p:cNvGrpSpPr/>
            <p:nvPr/>
          </p:nvGrpSpPr>
          <p:grpSpPr>
            <a:xfrm>
              <a:off x="3632040" y="5310936"/>
              <a:ext cx="4279981" cy="130977"/>
              <a:chOff x="11445923" y="0"/>
              <a:chExt cx="1119115" cy="2552282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E60B278-363D-4CBD-BEC2-21DBD0331773}"/>
                  </a:ext>
                </a:extLst>
              </p:cNvPr>
              <p:cNvSpPr/>
              <p:nvPr/>
            </p:nvSpPr>
            <p:spPr>
              <a:xfrm>
                <a:off x="11818961" y="0"/>
                <a:ext cx="373038" cy="25522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BC28E13-95D1-456C-9D5E-99C7C947E1E0}"/>
                  </a:ext>
                </a:extLst>
              </p:cNvPr>
              <p:cNvSpPr/>
              <p:nvPr/>
            </p:nvSpPr>
            <p:spPr>
              <a:xfrm>
                <a:off x="11445923" y="0"/>
                <a:ext cx="373038" cy="255228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574B2F7-DAB3-42A4-AB9B-0B484B0455E9}"/>
                  </a:ext>
                </a:extLst>
              </p:cNvPr>
              <p:cNvSpPr/>
              <p:nvPr/>
            </p:nvSpPr>
            <p:spPr>
              <a:xfrm>
                <a:off x="12192000" y="0"/>
                <a:ext cx="373038" cy="25522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451F46C-5462-4285-B560-9B15C506BCF2}"/>
                </a:ext>
              </a:extLst>
            </p:cNvPr>
            <p:cNvGrpSpPr/>
            <p:nvPr/>
          </p:nvGrpSpPr>
          <p:grpSpPr>
            <a:xfrm>
              <a:off x="7912018" y="5304907"/>
              <a:ext cx="4279981" cy="137006"/>
              <a:chOff x="11445923" y="0"/>
              <a:chExt cx="1119115" cy="2552282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4DDE81F-6471-4E3B-ACB1-05368C5221F6}"/>
                  </a:ext>
                </a:extLst>
              </p:cNvPr>
              <p:cNvSpPr/>
              <p:nvPr/>
            </p:nvSpPr>
            <p:spPr>
              <a:xfrm>
                <a:off x="11818961" y="0"/>
                <a:ext cx="373038" cy="25522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F199574-BA69-4459-9AAF-BBE602C7B5A9}"/>
                  </a:ext>
                </a:extLst>
              </p:cNvPr>
              <p:cNvSpPr/>
              <p:nvPr/>
            </p:nvSpPr>
            <p:spPr>
              <a:xfrm>
                <a:off x="11445923" y="0"/>
                <a:ext cx="373038" cy="255228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C84CA51-8DA3-444D-9FC1-163933FD07B1}"/>
                  </a:ext>
                </a:extLst>
              </p:cNvPr>
              <p:cNvSpPr/>
              <p:nvPr/>
            </p:nvSpPr>
            <p:spPr>
              <a:xfrm>
                <a:off x="12192000" y="0"/>
                <a:ext cx="373038" cy="25522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3509819" y="1674682"/>
            <a:ext cx="15470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807136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BF7AB5A-DD00-47D4-8571-262B365D9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886" y="3484750"/>
            <a:ext cx="7990114" cy="31587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727D5C-36D4-4C7E-9A72-FC89D0DFB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" y="1305841"/>
            <a:ext cx="3711965" cy="29336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6BF5771-9F9A-4607-9E1B-CF8227EAF159}"/>
              </a:ext>
            </a:extLst>
          </p:cNvPr>
          <p:cNvSpPr/>
          <p:nvPr/>
        </p:nvSpPr>
        <p:spPr>
          <a:xfrm>
            <a:off x="4201886" y="3484750"/>
            <a:ext cx="609600" cy="3602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ular Callout 7">
            <a:extLst>
              <a:ext uri="{FF2B5EF4-FFF2-40B4-BE49-F238E27FC236}">
                <a16:creationId xmlns:a16="http://schemas.microsoft.com/office/drawing/2014/main" id="{109A07F2-86D6-4BBD-BD1B-23A88AE19499}"/>
              </a:ext>
            </a:extLst>
          </p:cNvPr>
          <p:cNvSpPr/>
          <p:nvPr/>
        </p:nvSpPr>
        <p:spPr>
          <a:xfrm>
            <a:off x="4587796" y="1227113"/>
            <a:ext cx="2819768" cy="1043709"/>
          </a:xfrm>
          <a:prstGeom prst="wedgeRoundRectCallout">
            <a:avLst>
              <a:gd name="adj1" fmla="val -26278"/>
              <a:gd name="adj2" fmla="val 102323"/>
              <a:gd name="adj3" fmla="val 16667"/>
            </a:avLst>
          </a:prstGeom>
          <a:solidFill>
            <a:srgbClr val="FFFF00"/>
          </a:solidFill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Pesanan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masuk</a:t>
            </a:r>
            <a:r>
              <a:rPr lang="en-US" dirty="0">
                <a:solidFill>
                  <a:schemeClr val="tx1"/>
                </a:solidFill>
              </a:rPr>
              <a:t> di Tab </a:t>
            </a:r>
            <a:r>
              <a:rPr lang="en-US" sz="2000" b="1" dirty="0">
                <a:solidFill>
                  <a:schemeClr val="tx1"/>
                </a:solidFill>
              </a:rPr>
              <a:t>BARU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06ED29-D4FF-4664-BC9F-74F05B34B290}"/>
              </a:ext>
            </a:extLst>
          </p:cNvPr>
          <p:cNvSpPr/>
          <p:nvPr/>
        </p:nvSpPr>
        <p:spPr>
          <a:xfrm>
            <a:off x="10955647" y="5868722"/>
            <a:ext cx="1140693" cy="4017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AB2B80-AC7F-463B-B987-6C02FB174F5D}"/>
              </a:ext>
            </a:extLst>
          </p:cNvPr>
          <p:cNvSpPr/>
          <p:nvPr/>
        </p:nvSpPr>
        <p:spPr>
          <a:xfrm>
            <a:off x="412349" y="218106"/>
            <a:ext cx="19171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Transaksi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655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AB2B80-AC7F-463B-B987-6C02FB174F5D}"/>
              </a:ext>
            </a:extLst>
          </p:cNvPr>
          <p:cNvSpPr/>
          <p:nvPr/>
        </p:nvSpPr>
        <p:spPr>
          <a:xfrm>
            <a:off x="412349" y="218106"/>
            <a:ext cx="19171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Transaksi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31333E-14DF-4854-8F9D-E5ED966D2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98" y="881743"/>
            <a:ext cx="9405288" cy="4419600"/>
          </a:xfrm>
          <a:prstGeom prst="rect">
            <a:avLst/>
          </a:prstGeom>
        </p:spPr>
      </p:pic>
      <p:sp>
        <p:nvSpPr>
          <p:cNvPr id="9" name="Rounded Rectangular Callout 7">
            <a:extLst>
              <a:ext uri="{FF2B5EF4-FFF2-40B4-BE49-F238E27FC236}">
                <a16:creationId xmlns:a16="http://schemas.microsoft.com/office/drawing/2014/main" id="{F554DF2D-9E9B-43D7-AE3F-7C39402DA779}"/>
              </a:ext>
            </a:extLst>
          </p:cNvPr>
          <p:cNvSpPr/>
          <p:nvPr/>
        </p:nvSpPr>
        <p:spPr>
          <a:xfrm>
            <a:off x="96512" y="5691940"/>
            <a:ext cx="3505672" cy="1043709"/>
          </a:xfrm>
          <a:prstGeom prst="wedgeRoundRectCallout">
            <a:avLst>
              <a:gd name="adj1" fmla="val -22176"/>
              <a:gd name="adj2" fmla="val -128651"/>
              <a:gd name="adj3" fmla="val 16667"/>
            </a:avLst>
          </a:prstGeom>
          <a:solidFill>
            <a:srgbClr val="FFFF00"/>
          </a:solidFill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Sebelum</a:t>
            </a:r>
            <a:r>
              <a:rPr lang="en-US" dirty="0">
                <a:solidFill>
                  <a:schemeClr val="tx1"/>
                </a:solidFill>
              </a:rPr>
              <a:t> Anda </a:t>
            </a:r>
            <a:r>
              <a:rPr lang="en-US" dirty="0" err="1">
                <a:solidFill>
                  <a:schemeClr val="tx1"/>
                </a:solidFill>
              </a:rPr>
              <a:t>memproses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pemesanan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konfirmasi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dulu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sekolahnya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0AF926-AE1A-446E-8211-063F79C1F208}"/>
              </a:ext>
            </a:extLst>
          </p:cNvPr>
          <p:cNvSpPr txBox="1"/>
          <p:nvPr/>
        </p:nvSpPr>
        <p:spPr>
          <a:xfrm>
            <a:off x="1359821" y="4886251"/>
            <a:ext cx="489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1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63FB16-705B-49CE-90A8-D913C7692D3D}"/>
              </a:ext>
            </a:extLst>
          </p:cNvPr>
          <p:cNvSpPr txBox="1"/>
          <p:nvPr/>
        </p:nvSpPr>
        <p:spPr>
          <a:xfrm>
            <a:off x="8575035" y="2810185"/>
            <a:ext cx="489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2" name="Rounded Rectangular Callout 10">
            <a:extLst>
              <a:ext uri="{FF2B5EF4-FFF2-40B4-BE49-F238E27FC236}">
                <a16:creationId xmlns:a16="http://schemas.microsoft.com/office/drawing/2014/main" id="{F18B7E26-90CE-439D-B8AB-16A885039A52}"/>
              </a:ext>
            </a:extLst>
          </p:cNvPr>
          <p:cNvSpPr/>
          <p:nvPr/>
        </p:nvSpPr>
        <p:spPr>
          <a:xfrm>
            <a:off x="8119994" y="4383313"/>
            <a:ext cx="2481714" cy="1451429"/>
          </a:xfrm>
          <a:prstGeom prst="wedgeRoundRectCallout">
            <a:avLst>
              <a:gd name="adj1" fmla="val -19568"/>
              <a:gd name="adj2" fmla="val -74886"/>
              <a:gd name="adj3" fmla="val 16667"/>
            </a:avLst>
          </a:prstGeom>
          <a:solidFill>
            <a:srgbClr val="FFFF00"/>
          </a:solidFill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Tolak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Pesanan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jika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dirasa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tidak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sanggup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melayani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pesanan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tersebut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3" name="Rounded Rectangular Callout 11">
            <a:extLst>
              <a:ext uri="{FF2B5EF4-FFF2-40B4-BE49-F238E27FC236}">
                <a16:creationId xmlns:a16="http://schemas.microsoft.com/office/drawing/2014/main" id="{534CFA78-C155-43AD-882D-F6507873050B}"/>
              </a:ext>
            </a:extLst>
          </p:cNvPr>
          <p:cNvSpPr/>
          <p:nvPr/>
        </p:nvSpPr>
        <p:spPr>
          <a:xfrm>
            <a:off x="9401834" y="999292"/>
            <a:ext cx="2572452" cy="1961622"/>
          </a:xfrm>
          <a:prstGeom prst="wedgeRoundRectCallout">
            <a:avLst>
              <a:gd name="adj1" fmla="val -60952"/>
              <a:gd name="adj2" fmla="val -28181"/>
              <a:gd name="adj3" fmla="val 16667"/>
            </a:avLst>
          </a:prstGeom>
          <a:solidFill>
            <a:srgbClr val="FFFF00"/>
          </a:solidFill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Klik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PROSES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sebagai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bahwa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Toko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sanggup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melayani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pesanan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tersebut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81B4CF-5239-4C7D-9509-21E126511402}"/>
              </a:ext>
            </a:extLst>
          </p:cNvPr>
          <p:cNvSpPr txBox="1"/>
          <p:nvPr/>
        </p:nvSpPr>
        <p:spPr>
          <a:xfrm>
            <a:off x="7478446" y="999292"/>
            <a:ext cx="489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20648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AB2B80-AC7F-463B-B987-6C02FB174F5D}"/>
              </a:ext>
            </a:extLst>
          </p:cNvPr>
          <p:cNvSpPr/>
          <p:nvPr/>
        </p:nvSpPr>
        <p:spPr>
          <a:xfrm>
            <a:off x="412349" y="218106"/>
            <a:ext cx="19171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Transaksi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034BD0-CCB1-4FA7-8291-49729218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133659"/>
            <a:ext cx="7678511" cy="5593321"/>
          </a:xfrm>
          <a:prstGeom prst="rect">
            <a:avLst/>
          </a:prstGeom>
        </p:spPr>
      </p:pic>
      <p:sp>
        <p:nvSpPr>
          <p:cNvPr id="21" name="Arrow: Curved Down 20">
            <a:extLst>
              <a:ext uri="{FF2B5EF4-FFF2-40B4-BE49-F238E27FC236}">
                <a16:creationId xmlns:a16="http://schemas.microsoft.com/office/drawing/2014/main" id="{3EFAC96B-8F31-4E94-B206-71DD4C484818}"/>
              </a:ext>
            </a:extLst>
          </p:cNvPr>
          <p:cNvSpPr/>
          <p:nvPr/>
        </p:nvSpPr>
        <p:spPr>
          <a:xfrm rot="492914">
            <a:off x="595832" y="1096868"/>
            <a:ext cx="741537" cy="52322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7E96B4-E39A-45A7-BE69-12852D369356}"/>
              </a:ext>
            </a:extLst>
          </p:cNvPr>
          <p:cNvSpPr txBox="1"/>
          <p:nvPr/>
        </p:nvSpPr>
        <p:spPr>
          <a:xfrm>
            <a:off x="7983032" y="1046572"/>
            <a:ext cx="399125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Pesanan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sudah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diproses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masuk</a:t>
            </a:r>
            <a:r>
              <a:rPr lang="en-US" sz="2000" dirty="0">
                <a:solidFill>
                  <a:schemeClr val="bg1"/>
                </a:solidFill>
              </a:rPr>
              <a:t> di Tab </a:t>
            </a:r>
            <a:r>
              <a:rPr lang="en-US" sz="2000" dirty="0" err="1">
                <a:solidFill>
                  <a:schemeClr val="bg1"/>
                </a:solidFill>
              </a:rPr>
              <a:t>halaman</a:t>
            </a:r>
            <a:r>
              <a:rPr lang="en-US" sz="2000" dirty="0">
                <a:solidFill>
                  <a:schemeClr val="bg1"/>
                </a:solidFill>
              </a:rPr>
              <a:t>  </a:t>
            </a:r>
            <a:r>
              <a:rPr lang="en-US" sz="2000" b="1" dirty="0">
                <a:solidFill>
                  <a:schemeClr val="bg1"/>
                </a:solidFill>
              </a:rPr>
              <a:t>Proses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000" dirty="0">
                <a:solidFill>
                  <a:schemeClr val="bg1"/>
                </a:solidFill>
              </a:rPr>
              <a:t>Ada </a:t>
            </a:r>
            <a:r>
              <a:rPr lang="en-US" sz="2000" dirty="0">
                <a:solidFill>
                  <a:schemeClr val="bg1"/>
                </a:solidFill>
              </a:rPr>
              <a:t>menu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 </a:t>
            </a:r>
            <a:r>
              <a:rPr lang="en-US" sz="2000" dirty="0" err="1">
                <a:solidFill>
                  <a:schemeClr val="bg1"/>
                </a:solidFill>
              </a:rPr>
              <a:t>cetak</a:t>
            </a:r>
            <a:r>
              <a:rPr lang="en-US" sz="2000" dirty="0">
                <a:solidFill>
                  <a:schemeClr val="bg1"/>
                </a:solidFill>
              </a:rPr>
              <a:t> PO, </a:t>
            </a:r>
            <a:r>
              <a:rPr lang="en-US" sz="2000" dirty="0" err="1">
                <a:solidFill>
                  <a:schemeClr val="bg1"/>
                </a:solidFill>
              </a:rPr>
              <a:t>Unduh</a:t>
            </a:r>
            <a:r>
              <a:rPr lang="en-US" sz="2000" dirty="0">
                <a:solidFill>
                  <a:schemeClr val="bg1"/>
                </a:solidFill>
              </a:rPr>
              <a:t> BAST.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Pada menu </a:t>
            </a:r>
            <a:r>
              <a:rPr lang="en-US" sz="2000" b="1" dirty="0" err="1">
                <a:solidFill>
                  <a:schemeClr val="bg1"/>
                </a:solidFill>
              </a:rPr>
              <a:t>Unduh</a:t>
            </a:r>
            <a:r>
              <a:rPr lang="en-US" sz="2000" b="1" dirty="0">
                <a:solidFill>
                  <a:schemeClr val="bg1"/>
                </a:solidFill>
              </a:rPr>
              <a:t> BAST </a:t>
            </a:r>
            <a:r>
              <a:rPr lang="en-US" sz="2000" dirty="0" err="1">
                <a:solidFill>
                  <a:schemeClr val="bg1"/>
                </a:solidFill>
              </a:rPr>
              <a:t>dalam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satu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unduhan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ada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beberapa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dokumen</a:t>
            </a:r>
            <a:r>
              <a:rPr lang="en-US" sz="2000" dirty="0">
                <a:solidFill>
                  <a:schemeClr val="bg1"/>
                </a:solidFill>
              </a:rPr>
              <a:t> yang include </a:t>
            </a:r>
            <a:r>
              <a:rPr lang="en-US" sz="2000" dirty="0" err="1">
                <a:solidFill>
                  <a:schemeClr val="bg1"/>
                </a:solidFill>
              </a:rPr>
              <a:t>didalamnya</a:t>
            </a:r>
            <a:r>
              <a:rPr lang="en-US" sz="2000" dirty="0">
                <a:solidFill>
                  <a:schemeClr val="bg1"/>
                </a:solidFill>
              </a:rPr>
              <a:t> ( BAPB, Invoice, </a:t>
            </a:r>
            <a:r>
              <a:rPr lang="en-US" sz="2000" dirty="0" err="1">
                <a:solidFill>
                  <a:schemeClr val="bg1"/>
                </a:solidFill>
              </a:rPr>
              <a:t>Kwitansi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Disini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penjual</a:t>
            </a:r>
            <a:r>
              <a:rPr lang="id-ID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masih</a:t>
            </a:r>
            <a:r>
              <a:rPr lang="en-US" sz="2000" dirty="0">
                <a:solidFill>
                  <a:schemeClr val="bg1"/>
                </a:solidFill>
              </a:rPr>
              <a:t> bi</a:t>
            </a:r>
            <a:r>
              <a:rPr lang="id-ID" sz="2000" dirty="0">
                <a:solidFill>
                  <a:schemeClr val="bg1"/>
                </a:solidFill>
              </a:rPr>
              <a:t>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menolak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pesanan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Klik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Kirim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mengubah</a:t>
            </a:r>
            <a:r>
              <a:rPr lang="en-US" sz="2000" dirty="0">
                <a:solidFill>
                  <a:schemeClr val="bg1"/>
                </a:solidFill>
              </a:rPr>
              <a:t> status </a:t>
            </a:r>
            <a:r>
              <a:rPr lang="en-US" sz="2000" dirty="0" err="1">
                <a:solidFill>
                  <a:schemeClr val="bg1"/>
                </a:solidFill>
              </a:rPr>
              <a:t>pemesanan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menjadi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sedang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dikirim</a:t>
            </a:r>
            <a:endParaRPr lang="id-ID" sz="2000" dirty="0">
              <a:solidFill>
                <a:schemeClr val="bg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96798B1-7A00-4010-ACFC-A1B26F2F2DBA}"/>
              </a:ext>
            </a:extLst>
          </p:cNvPr>
          <p:cNvSpPr/>
          <p:nvPr/>
        </p:nvSpPr>
        <p:spPr>
          <a:xfrm>
            <a:off x="6139544" y="5246917"/>
            <a:ext cx="1230086" cy="132805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D4FC0A4-E9FE-478E-A112-1A5AE272C790}"/>
              </a:ext>
            </a:extLst>
          </p:cNvPr>
          <p:cNvSpPr/>
          <p:nvPr/>
        </p:nvSpPr>
        <p:spPr>
          <a:xfrm>
            <a:off x="6096000" y="3222174"/>
            <a:ext cx="1458686" cy="97971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8EB7359-B607-407B-BAF5-57C2D631AD05}"/>
              </a:ext>
            </a:extLst>
          </p:cNvPr>
          <p:cNvSpPr/>
          <p:nvPr/>
        </p:nvSpPr>
        <p:spPr>
          <a:xfrm>
            <a:off x="4397829" y="3429000"/>
            <a:ext cx="1219200" cy="47896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9441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AB2B80-AC7F-463B-B987-6C02FB174F5D}"/>
              </a:ext>
            </a:extLst>
          </p:cNvPr>
          <p:cNvSpPr/>
          <p:nvPr/>
        </p:nvSpPr>
        <p:spPr>
          <a:xfrm>
            <a:off x="412349" y="218106"/>
            <a:ext cx="19171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Transaksi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30B46-41A6-49BA-A5FA-45E991BA2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095" y="1228725"/>
            <a:ext cx="5267325" cy="44005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0058FF-A519-424C-9E1D-B09006E48B10}"/>
              </a:ext>
            </a:extLst>
          </p:cNvPr>
          <p:cNvSpPr txBox="1"/>
          <p:nvPr/>
        </p:nvSpPr>
        <p:spPr>
          <a:xfrm>
            <a:off x="412349" y="1074509"/>
            <a:ext cx="53998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Pilih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kurir</a:t>
            </a:r>
            <a:r>
              <a:rPr lang="en-US" sz="2000" dirty="0">
                <a:solidFill>
                  <a:schemeClr val="bg1"/>
                </a:solidFill>
              </a:rPr>
              <a:t> dan </a:t>
            </a:r>
            <a:r>
              <a:rPr lang="en-US" sz="2000" dirty="0" err="1">
                <a:solidFill>
                  <a:schemeClr val="bg1"/>
                </a:solidFill>
              </a:rPr>
              <a:t>inputkan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nomor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resi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Jika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dikirim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sendiri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maka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cukup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pilih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Kurir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Toko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dan </a:t>
            </a:r>
            <a:r>
              <a:rPr lang="id-ID" sz="2000" dirty="0">
                <a:solidFill>
                  <a:schemeClr val="bg1"/>
                </a:solidFill>
              </a:rPr>
              <a:t>ketikan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resinya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adalah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dirty="0" err="1">
                <a:solidFill>
                  <a:schemeClr val="bg1"/>
                </a:solidFill>
              </a:rPr>
              <a:t>nomor</a:t>
            </a:r>
            <a:r>
              <a:rPr lang="en-US" sz="2000" dirty="0">
                <a:solidFill>
                  <a:schemeClr val="bg1"/>
                </a:solidFill>
              </a:rPr>
              <a:t> SO-</a:t>
            </a:r>
            <a:r>
              <a:rPr lang="en-US" sz="2000" dirty="0" err="1">
                <a:solidFill>
                  <a:schemeClr val="bg1"/>
                </a:solidFill>
              </a:rPr>
              <a:t>tanggal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kirim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Klik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tombol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“</a:t>
            </a:r>
            <a:r>
              <a:rPr lang="en-US" sz="2000" b="1" dirty="0" err="1">
                <a:solidFill>
                  <a:schemeClr val="bg1"/>
                </a:solidFill>
              </a:rPr>
              <a:t>Kirim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ke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Pembeli</a:t>
            </a:r>
            <a:r>
              <a:rPr lang="en-US" sz="2000" b="1" dirty="0">
                <a:solidFill>
                  <a:schemeClr val="bg1"/>
                </a:solidFill>
              </a:rPr>
              <a:t>”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merubah</a:t>
            </a:r>
            <a:r>
              <a:rPr lang="en-US" sz="2000" dirty="0">
                <a:solidFill>
                  <a:schemeClr val="bg1"/>
                </a:solidFill>
              </a:rPr>
              <a:t> status </a:t>
            </a:r>
            <a:r>
              <a:rPr lang="en-US" sz="2000" dirty="0" err="1">
                <a:solidFill>
                  <a:schemeClr val="bg1"/>
                </a:solidFill>
              </a:rPr>
              <a:t>pesanan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menjadi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sedang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dikirim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9299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AB2B80-AC7F-463B-B987-6C02FB174F5D}"/>
              </a:ext>
            </a:extLst>
          </p:cNvPr>
          <p:cNvSpPr/>
          <p:nvPr/>
        </p:nvSpPr>
        <p:spPr>
          <a:xfrm>
            <a:off x="412349" y="218106"/>
            <a:ext cx="19171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cs typeface="Arial" pitchFamily="34" charset="0"/>
              </a:rPr>
              <a:t>Transaksi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3867C5-17D8-4180-9BED-15DC3D869A96}"/>
              </a:ext>
            </a:extLst>
          </p:cNvPr>
          <p:cNvSpPr txBox="1"/>
          <p:nvPr/>
        </p:nvSpPr>
        <p:spPr>
          <a:xfrm>
            <a:off x="412349" y="4014683"/>
            <a:ext cx="9395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000" dirty="0">
                <a:solidFill>
                  <a:schemeClr val="bg1"/>
                </a:solidFill>
              </a:rPr>
              <a:t>Barang </a:t>
            </a:r>
            <a:r>
              <a:rPr lang="en-US" sz="2000" dirty="0" err="1">
                <a:solidFill>
                  <a:schemeClr val="bg1"/>
                </a:solidFill>
              </a:rPr>
              <a:t>dikirim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bersamaan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dengan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dokumen</a:t>
            </a:r>
            <a:r>
              <a:rPr lang="en-US" sz="2000" dirty="0">
                <a:solidFill>
                  <a:schemeClr val="bg1"/>
                </a:solidFill>
              </a:rPr>
              <a:t> ( BAST, BAPB, Invoice)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000" dirty="0">
                <a:solidFill>
                  <a:schemeClr val="bg1"/>
                </a:solidFill>
              </a:rPr>
              <a:t>P</a:t>
            </a:r>
            <a:r>
              <a:rPr lang="en-US" sz="2000" dirty="0">
                <a:solidFill>
                  <a:schemeClr val="bg1"/>
                </a:solidFill>
              </a:rPr>
              <a:t>roses </a:t>
            </a:r>
            <a:r>
              <a:rPr lang="en-US" sz="2000" dirty="0" err="1">
                <a:solidFill>
                  <a:schemeClr val="bg1"/>
                </a:solidFill>
              </a:rPr>
              <a:t>pengiriman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barang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selesai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Selanjutnya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penjual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bisa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memantau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penerimaan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barang</a:t>
            </a:r>
            <a:r>
              <a:rPr lang="en-US" sz="2000" dirty="0">
                <a:solidFill>
                  <a:schemeClr val="bg1"/>
                </a:solidFill>
              </a:rPr>
              <a:t> juga di </a:t>
            </a:r>
            <a:r>
              <a:rPr lang="en-US" sz="2000" dirty="0" err="1">
                <a:solidFill>
                  <a:schemeClr val="bg1"/>
                </a:solidFill>
              </a:rPr>
              <a:t>halaman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ini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CDFD0C-B15F-491E-A597-1701D0977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4325"/>
            <a:ext cx="12192000" cy="2669366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CF2069-BA1E-4E79-AA0F-A15AD5BB8C43}"/>
              </a:ext>
            </a:extLst>
          </p:cNvPr>
          <p:cNvSpPr/>
          <p:nvPr/>
        </p:nvSpPr>
        <p:spPr>
          <a:xfrm>
            <a:off x="6923315" y="2111829"/>
            <a:ext cx="1785256" cy="70757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2002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AB2B80-AC7F-463B-B987-6C02FB174F5D}"/>
              </a:ext>
            </a:extLst>
          </p:cNvPr>
          <p:cNvSpPr/>
          <p:nvPr/>
        </p:nvSpPr>
        <p:spPr>
          <a:xfrm>
            <a:off x="412349" y="218106"/>
            <a:ext cx="19171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cs typeface="Arial" pitchFamily="34" charset="0"/>
              </a:rPr>
              <a:t>Transaksi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3867C5-17D8-4180-9BED-15DC3D869A96}"/>
              </a:ext>
            </a:extLst>
          </p:cNvPr>
          <p:cNvSpPr txBox="1"/>
          <p:nvPr/>
        </p:nvSpPr>
        <p:spPr>
          <a:xfrm>
            <a:off x="412349" y="5244874"/>
            <a:ext cx="9395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000" dirty="0">
                <a:solidFill>
                  <a:schemeClr val="bg1"/>
                </a:solidFill>
              </a:rPr>
              <a:t>penjual bisa mlihat bahwa status pemesanan: </a:t>
            </a:r>
            <a:r>
              <a:rPr lang="id-ID" sz="2000" b="1" dirty="0">
                <a:solidFill>
                  <a:schemeClr val="bg1"/>
                </a:solidFill>
              </a:rPr>
              <a:t>“Diterima”.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5109F0-1D39-4BEA-B4E9-29E4A5033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5" y="905554"/>
            <a:ext cx="8743950" cy="380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50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AB2B80-AC7F-463B-B987-6C02FB174F5D}"/>
              </a:ext>
            </a:extLst>
          </p:cNvPr>
          <p:cNvSpPr/>
          <p:nvPr/>
        </p:nvSpPr>
        <p:spPr>
          <a:xfrm>
            <a:off x="412349" y="218106"/>
            <a:ext cx="19171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Transaksi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3867C5-17D8-4180-9BED-15DC3D869A96}"/>
              </a:ext>
            </a:extLst>
          </p:cNvPr>
          <p:cNvSpPr txBox="1"/>
          <p:nvPr/>
        </p:nvSpPr>
        <p:spPr>
          <a:xfrm>
            <a:off x="793349" y="5738843"/>
            <a:ext cx="9395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000" dirty="0">
                <a:solidFill>
                  <a:schemeClr val="bg1"/>
                </a:solidFill>
              </a:rPr>
              <a:t>Status Pesanan: </a:t>
            </a:r>
            <a:r>
              <a:rPr lang="id-ID" sz="2000" b="1" dirty="0">
                <a:solidFill>
                  <a:schemeClr val="bg1"/>
                </a:solidFill>
              </a:rPr>
              <a:t>“Dibayar”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AFA7F7-E8D6-44D4-B4E4-6B80D2E2F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396" y="919102"/>
            <a:ext cx="10171208" cy="443196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57E7-6FF8-481A-9725-AC5775783394}"/>
              </a:ext>
            </a:extLst>
          </p:cNvPr>
          <p:cNvSpPr/>
          <p:nvPr/>
        </p:nvSpPr>
        <p:spPr>
          <a:xfrm>
            <a:off x="6868886" y="4016829"/>
            <a:ext cx="1458685" cy="71845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65721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A08132E-AE6B-481C-8718-CAF93D713229}"/>
              </a:ext>
            </a:extLst>
          </p:cNvPr>
          <p:cNvSpPr/>
          <p:nvPr/>
        </p:nvSpPr>
        <p:spPr>
          <a:xfrm>
            <a:off x="1126672" y="1094014"/>
            <a:ext cx="9726386" cy="3695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800" dirty="0" err="1">
                <a:solidFill>
                  <a:srgbClr val="000000"/>
                </a:solidFill>
              </a:rPr>
              <a:t>Untuk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Penarikan</a:t>
            </a:r>
            <a:r>
              <a:rPr lang="en-US" sz="2800" dirty="0">
                <a:solidFill>
                  <a:srgbClr val="000000"/>
                </a:solidFill>
              </a:rPr>
              <a:t> Dana </a:t>
            </a:r>
            <a:r>
              <a:rPr lang="en-US" sz="2800" dirty="0" err="1">
                <a:solidFill>
                  <a:srgbClr val="000000"/>
                </a:solidFill>
              </a:rPr>
              <a:t>bisa</a:t>
            </a:r>
            <a:r>
              <a:rPr lang="en-US" sz="2800" dirty="0">
                <a:solidFill>
                  <a:srgbClr val="000000"/>
                </a:solidFill>
              </a:rPr>
              <a:t> via </a:t>
            </a:r>
            <a:r>
              <a:rPr lang="en-US" sz="2800" dirty="0" err="1">
                <a:solidFill>
                  <a:srgbClr val="000000"/>
                </a:solidFill>
              </a:rPr>
              <a:t>Whatsapp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dengan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mengirimkan</a:t>
            </a:r>
            <a:r>
              <a:rPr lang="id-ID" sz="2800" dirty="0">
                <a:solidFill>
                  <a:srgbClr val="000000"/>
                </a:solidFill>
              </a:rPr>
              <a:t>: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id-ID" sz="2800" dirty="0">
                <a:solidFill>
                  <a:srgbClr val="000000"/>
                </a:solidFill>
              </a:rPr>
              <a:t>-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</a:rPr>
              <a:t>nomor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transaksi</a:t>
            </a:r>
            <a:r>
              <a:rPr lang="en-US" sz="2800" dirty="0">
                <a:solidFill>
                  <a:srgbClr val="000000"/>
                </a:solidFill>
              </a:rPr>
              <a:t>, nominal </a:t>
            </a:r>
            <a:r>
              <a:rPr lang="en-US" sz="2800" dirty="0" err="1">
                <a:solidFill>
                  <a:srgbClr val="000000"/>
                </a:solidFill>
              </a:rPr>
              <a:t>transaksinya</a:t>
            </a:r>
            <a:r>
              <a:rPr lang="en-US" sz="2800" dirty="0">
                <a:solidFill>
                  <a:srgbClr val="000000"/>
                </a:solidFill>
              </a:rPr>
              <a:t>, dan </a:t>
            </a:r>
            <a:r>
              <a:rPr lang="en-US" sz="2800" b="1" dirty="0" err="1">
                <a:solidFill>
                  <a:srgbClr val="000000"/>
                </a:solidFill>
              </a:rPr>
              <a:t>bukti</a:t>
            </a:r>
            <a:r>
              <a:rPr lang="en-US" sz="2800" b="1" dirty="0">
                <a:solidFill>
                  <a:srgbClr val="000000"/>
                </a:solidFill>
              </a:rPr>
              <a:t> transfer </a:t>
            </a:r>
            <a:r>
              <a:rPr lang="en-US" sz="2800" b="1" dirty="0" err="1">
                <a:solidFill>
                  <a:srgbClr val="000000"/>
                </a:solidFill>
              </a:rPr>
              <a:t>dari</a:t>
            </a:r>
            <a:r>
              <a:rPr lang="en-US" sz="2800" b="1" dirty="0">
                <a:solidFill>
                  <a:srgbClr val="000000"/>
                </a:solidFill>
              </a:rPr>
              <a:t> </a:t>
            </a:r>
            <a:r>
              <a:rPr lang="en-US" sz="2800" b="1" dirty="0" err="1">
                <a:solidFill>
                  <a:srgbClr val="000000"/>
                </a:solidFill>
              </a:rPr>
              <a:t>sekolah</a:t>
            </a:r>
            <a:r>
              <a:rPr lang="id-ID" sz="2800" b="1" dirty="0">
                <a:solidFill>
                  <a:srgbClr val="000000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d-ID" sz="2800" dirty="0">
                <a:solidFill>
                  <a:srgbClr val="000000"/>
                </a:solidFill>
              </a:rPr>
              <a:t>Pastikan status pembelian sudah </a:t>
            </a:r>
            <a:r>
              <a:rPr lang="id-ID" sz="2800" b="1" dirty="0">
                <a:solidFill>
                  <a:srgbClr val="000000"/>
                </a:solidFill>
              </a:rPr>
              <a:t>“dibayar”</a:t>
            </a:r>
            <a:endParaRPr lang="en-US" sz="2800" b="1" dirty="0">
              <a:solidFill>
                <a:srgbClr val="000000"/>
              </a:solidFill>
            </a:endParaRPr>
          </a:p>
          <a:p>
            <a:endParaRPr lang="en-US" sz="2800" dirty="0">
              <a:solidFill>
                <a:srgbClr val="000000"/>
              </a:solidFill>
            </a:endParaRPr>
          </a:p>
          <a:p>
            <a:r>
              <a:rPr lang="en-US" sz="2800" dirty="0" err="1">
                <a:solidFill>
                  <a:srgbClr val="000000"/>
                </a:solidFill>
              </a:rPr>
              <a:t>Contoh</a:t>
            </a:r>
            <a:r>
              <a:rPr lang="en-US" sz="2800" dirty="0">
                <a:solidFill>
                  <a:srgbClr val="00000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</a:rPr>
              <a:t>SO00123 // </a:t>
            </a:r>
            <a:r>
              <a:rPr lang="en-US" sz="2800" dirty="0" err="1">
                <a:solidFill>
                  <a:srgbClr val="000000"/>
                </a:solidFill>
              </a:rPr>
              <a:t>Rp</a:t>
            </a:r>
            <a:r>
              <a:rPr lang="en-US" sz="2800" dirty="0">
                <a:solidFill>
                  <a:srgbClr val="000000"/>
                </a:solidFill>
              </a:rPr>
              <a:t>. 3.000.000,- // </a:t>
            </a:r>
            <a:r>
              <a:rPr lang="en-US" sz="2800" dirty="0" err="1">
                <a:solidFill>
                  <a:srgbClr val="000000"/>
                </a:solidFill>
              </a:rPr>
              <a:t>foto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bukti</a:t>
            </a:r>
            <a:r>
              <a:rPr lang="en-US" sz="2800" dirty="0">
                <a:solidFill>
                  <a:srgbClr val="000000"/>
                </a:solidFill>
              </a:rPr>
              <a:t> transfer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</a:rPr>
              <a:t>SO00124 // </a:t>
            </a:r>
            <a:r>
              <a:rPr lang="en-US" sz="2800" dirty="0" err="1">
                <a:solidFill>
                  <a:srgbClr val="000000"/>
                </a:solidFill>
              </a:rPr>
              <a:t>Rp</a:t>
            </a:r>
            <a:r>
              <a:rPr lang="en-US" sz="2800" dirty="0">
                <a:solidFill>
                  <a:srgbClr val="000000"/>
                </a:solidFill>
              </a:rPr>
              <a:t>. 2.500.000,- // </a:t>
            </a:r>
            <a:r>
              <a:rPr lang="en-US" sz="2800" dirty="0" err="1">
                <a:solidFill>
                  <a:srgbClr val="000000"/>
                </a:solidFill>
              </a:rPr>
              <a:t>foto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bukti</a:t>
            </a:r>
            <a:r>
              <a:rPr lang="en-US" sz="2800" dirty="0">
                <a:solidFill>
                  <a:srgbClr val="000000"/>
                </a:solidFill>
              </a:rPr>
              <a:t> transfer</a:t>
            </a:r>
          </a:p>
          <a:p>
            <a:endParaRPr lang="id-ID" sz="28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358998-BC6A-4858-B911-F06E00158564}"/>
              </a:ext>
            </a:extLst>
          </p:cNvPr>
          <p:cNvSpPr/>
          <p:nvPr/>
        </p:nvSpPr>
        <p:spPr>
          <a:xfrm>
            <a:off x="412349" y="218106"/>
            <a:ext cx="45515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altLang="ko-KR" sz="2800" b="1" dirty="0">
                <a:solidFill>
                  <a:schemeClr val="bg1"/>
                </a:solidFill>
                <a:cs typeface="Arial" pitchFamily="34" charset="0"/>
              </a:rPr>
              <a:t>Penarikan Dana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322113-4CC3-49BE-9D82-66113C2308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798" y="5142402"/>
            <a:ext cx="1423805" cy="14238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3E1ED6-5855-4D89-8B32-0E42D3A694C6}"/>
              </a:ext>
            </a:extLst>
          </p:cNvPr>
          <p:cNvSpPr txBox="1"/>
          <p:nvPr/>
        </p:nvSpPr>
        <p:spPr>
          <a:xfrm>
            <a:off x="3295150" y="5286932"/>
            <a:ext cx="65433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3"/>
              </a:rPr>
              <a:t>https://wa.me/6281230261199</a:t>
            </a:r>
            <a:endParaRPr lang="en-US" sz="2800" dirty="0"/>
          </a:p>
          <a:p>
            <a:r>
              <a:rPr lang="en-US" sz="2800" dirty="0"/>
              <a:t>(</a:t>
            </a:r>
            <a:r>
              <a:rPr lang="en-US" sz="2800" dirty="0" err="1"/>
              <a:t>Uswatun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05613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544</Words>
  <Application>Microsoft Office PowerPoint</Application>
  <PresentationFormat>Widescreen</PresentationFormat>
  <Paragraphs>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mexop99</dc:creator>
  <cp:lastModifiedBy>mexop99</cp:lastModifiedBy>
  <cp:revision>23</cp:revision>
  <dcterms:created xsi:type="dcterms:W3CDTF">2020-01-20T10:00:45Z</dcterms:created>
  <dcterms:modified xsi:type="dcterms:W3CDTF">2020-01-22T09:53:27Z</dcterms:modified>
</cp:coreProperties>
</file>