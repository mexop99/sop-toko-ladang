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58" r:id="rId7"/>
    <p:sldId id="263" r:id="rId8"/>
    <p:sldId id="264" r:id="rId9"/>
  </p:sldIdLst>
  <p:sldSz cx="9144000" cy="5143500" type="screen16x9"/>
  <p:notesSz cx="6858000" cy="9144000"/>
  <p:embeddedFontLst>
    <p:embeddedFont>
      <p:font typeface="Open Sans" panose="020B0604020202020204" charset="0"/>
      <p:regular r:id="rId11"/>
      <p:bold r:id="rId12"/>
      <p:italic r:id="rId13"/>
      <p:boldItalic r:id="rId14"/>
    </p:embeddedFont>
    <p:embeddedFont>
      <p:font typeface="PT Sans Narrow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4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72ecd68199_0_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72ecd68199_0_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3" name="Picture 2" descr="A close up of a person&#10;&#10;Description automatically generated">
            <a:extLst>
              <a:ext uri="{FF2B5EF4-FFF2-40B4-BE49-F238E27FC236}">
                <a16:creationId xmlns:a16="http://schemas.microsoft.com/office/drawing/2014/main" id="{5C5D5952-19DD-485C-B32D-B57013A8EF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608" y="3246339"/>
            <a:ext cx="2438735" cy="176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8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person&#10;&#10;Description automatically generated">
            <a:extLst>
              <a:ext uri="{FF2B5EF4-FFF2-40B4-BE49-F238E27FC236}">
                <a16:creationId xmlns:a16="http://schemas.microsoft.com/office/drawing/2014/main" id="{62C31961-43DD-486C-92C5-AB1EDCD65C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900596"/>
            <a:ext cx="2990538" cy="2242904"/>
          </a:xfrm>
          <a:prstGeom prst="rect">
            <a:avLst/>
          </a:prstGeom>
        </p:spPr>
      </p:pic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8488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5" name="Picture 14" descr="A picture containing room, drawing&#10;&#10;Description automatically generated">
            <a:extLst>
              <a:ext uri="{FF2B5EF4-FFF2-40B4-BE49-F238E27FC236}">
                <a16:creationId xmlns:a16="http://schemas.microsoft.com/office/drawing/2014/main" id="{3480F7DD-5553-4723-BB6B-218B9E42DC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795" y="3158998"/>
            <a:ext cx="2354936" cy="181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3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C1A5836-5F86-4403-8714-A9378986B0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9322" y="58150"/>
            <a:ext cx="873586" cy="466578"/>
          </a:xfrm>
          <a:prstGeom prst="rect">
            <a:avLst/>
          </a:prstGeom>
        </p:spPr>
      </p:pic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9A0EEDF0-1030-4B13-8A11-6AEEDC48A1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2908" y="122479"/>
            <a:ext cx="1010356" cy="38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9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dul dan isi 1">
  <p:cSld name="TITLE_AND_BODY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-75" y="4806966"/>
            <a:ext cx="9144000" cy="33653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11625" y="214414"/>
            <a:ext cx="8520600" cy="620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311700" y="991305"/>
            <a:ext cx="8520600" cy="3577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012805-22A5-4F79-B6B0-EB39F171B4EF}"/>
              </a:ext>
            </a:extLst>
          </p:cNvPr>
          <p:cNvSpPr txBox="1">
            <a:spLocks/>
          </p:cNvSpPr>
          <p:nvPr userDrawn="1"/>
        </p:nvSpPr>
        <p:spPr>
          <a:xfrm>
            <a:off x="5422604" y="4793503"/>
            <a:ext cx="3641424" cy="3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45BA2-655F-48D4-9D15-3CCD079D0E57}"/>
              </a:ext>
            </a:extLst>
          </p:cNvPr>
          <p:cNvSpPr txBox="1"/>
          <p:nvPr userDrawn="1"/>
        </p:nvSpPr>
        <p:spPr>
          <a:xfrm>
            <a:off x="3917245" y="4873046"/>
            <a:ext cx="1021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@</a:t>
            </a:r>
            <a:r>
              <a:rPr lang="en-US" sz="1000" b="1" dirty="0" err="1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tokoladang</a:t>
            </a:r>
            <a:endParaRPr lang="id-ID" sz="1000" b="1" dirty="0">
              <a:solidFill>
                <a:srgbClr val="000000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E94B9D-9202-4402-B4A0-3321CE1A7235}"/>
              </a:ext>
            </a:extLst>
          </p:cNvPr>
          <p:cNvSpPr txBox="1"/>
          <p:nvPr userDrawn="1"/>
        </p:nvSpPr>
        <p:spPr>
          <a:xfrm>
            <a:off x="2224741" y="4887537"/>
            <a:ext cx="14201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@</a:t>
            </a:r>
            <a:r>
              <a:rPr lang="en-US" sz="1000" b="1" dirty="0" err="1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siplahtokoladang</a:t>
            </a:r>
            <a:endParaRPr lang="id-ID" sz="1000" b="1" dirty="0">
              <a:solidFill>
                <a:srgbClr val="000000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9FBEE-ED4A-4930-BF58-5C8EB6A9569B}"/>
              </a:ext>
            </a:extLst>
          </p:cNvPr>
          <p:cNvSpPr txBox="1"/>
          <p:nvPr userDrawn="1"/>
        </p:nvSpPr>
        <p:spPr>
          <a:xfrm>
            <a:off x="387864" y="4881935"/>
            <a:ext cx="1504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SIPLah</a:t>
            </a:r>
            <a:r>
              <a:rPr lang="en-US" sz="1000" b="1" dirty="0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Toko</a:t>
            </a:r>
            <a:r>
              <a:rPr lang="en-US" sz="1000" b="1" dirty="0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Ladang</a:t>
            </a:r>
            <a:endParaRPr lang="id-ID" sz="1000" b="1" dirty="0">
              <a:solidFill>
                <a:srgbClr val="000000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7DA9B08B-25F8-44F7-BBA3-FCF3AB6855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3761" y="4902589"/>
            <a:ext cx="193484" cy="193484"/>
          </a:xfrm>
          <a:prstGeom prst="rect">
            <a:avLst/>
          </a:prstGeom>
        </p:spPr>
      </p:pic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E5526B7E-286E-400C-94A7-1E00920AFB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606" y="4902516"/>
            <a:ext cx="190478" cy="190478"/>
          </a:xfrm>
          <a:prstGeom prst="rect">
            <a:avLst/>
          </a:prstGeom>
        </p:spPr>
      </p:pic>
      <p:pic>
        <p:nvPicPr>
          <p:cNvPr id="21" name="Picture 20" descr="A picture containing graphics, drawing&#10;&#10;Description automatically generated">
            <a:extLst>
              <a:ext uri="{FF2B5EF4-FFF2-40B4-BE49-F238E27FC236}">
                <a16:creationId xmlns:a16="http://schemas.microsoft.com/office/drawing/2014/main" id="{D12547AD-FBF4-4E14-A2BC-CB3F801F90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0884" y="4904169"/>
            <a:ext cx="190478" cy="190478"/>
          </a:xfrm>
          <a:prstGeom prst="rect">
            <a:avLst/>
          </a:prstGeom>
        </p:spPr>
      </p:pic>
      <p:pic>
        <p:nvPicPr>
          <p:cNvPr id="23" name="Picture 22" descr="A close up of a logo&#10;&#10;Description automatically generated">
            <a:extLst>
              <a:ext uri="{FF2B5EF4-FFF2-40B4-BE49-F238E27FC236}">
                <a16:creationId xmlns:a16="http://schemas.microsoft.com/office/drawing/2014/main" id="{3472989D-3EBA-4D85-B01A-99864B62261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9322" y="58150"/>
            <a:ext cx="873586" cy="466578"/>
          </a:xfrm>
          <a:prstGeom prst="rect">
            <a:avLst/>
          </a:prstGeom>
        </p:spPr>
      </p:pic>
      <p:pic>
        <p:nvPicPr>
          <p:cNvPr id="25" name="Picture 24" descr="A picture containing drawing&#10;&#10;Description automatically generated">
            <a:extLst>
              <a:ext uri="{FF2B5EF4-FFF2-40B4-BE49-F238E27FC236}">
                <a16:creationId xmlns:a16="http://schemas.microsoft.com/office/drawing/2014/main" id="{1F041520-590A-4C03-B9B4-80FB8CF3EB3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2908" y="122479"/>
            <a:ext cx="1010356" cy="3887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" name="Google Shape;52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4" r:id="rId2"/>
    <p:sldLayoutId id="2147483661" r:id="rId3"/>
    <p:sldLayoutId id="2147483663" r:id="rId4"/>
    <p:sldLayoutId id="2147483650" r:id="rId5"/>
    <p:sldLayoutId id="2147483665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dirty="0"/>
              <a:t>Cara Perbandingan</a:t>
            </a:r>
            <a:endParaRPr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dirty="0"/>
              <a:t>SIPLah Toko Ladang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625" y="214414"/>
            <a:ext cx="6906471" cy="6206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Pastikan</a:t>
            </a:r>
            <a:r>
              <a:rPr lang="en-US" dirty="0"/>
              <a:t> </a:t>
            </a:r>
            <a:r>
              <a:rPr lang="en-US" dirty="0" err="1"/>
              <a:t>akun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login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0FEC9C-C29A-44CC-BB5F-EDD470FA0B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136" y="1231562"/>
            <a:ext cx="6174223" cy="285892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93CB9-4371-46E6-A4A3-CCB8CDBC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Ketik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toko</a:t>
            </a:r>
            <a:r>
              <a:rPr lang="en-US" dirty="0"/>
              <a:t> </a:t>
            </a:r>
            <a:r>
              <a:rPr lang="en-US" dirty="0" err="1"/>
              <a:t>langganan</a:t>
            </a:r>
            <a:r>
              <a:rPr lang="en-US" dirty="0"/>
              <a:t> </a:t>
            </a:r>
            <a:r>
              <a:rPr lang="en-US" dirty="0" err="1"/>
              <a:t>anda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1CDBEA-C05B-42D1-8008-82F9D0792E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849" y="933385"/>
            <a:ext cx="6761972" cy="313107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ADBB45-BF7C-4C01-9B27-9264CBB867BE}"/>
              </a:ext>
            </a:extLst>
          </p:cNvPr>
          <p:cNvSpPr txBox="1"/>
          <p:nvPr/>
        </p:nvSpPr>
        <p:spPr>
          <a:xfrm>
            <a:off x="431848" y="4162803"/>
            <a:ext cx="592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toko</a:t>
            </a:r>
            <a:r>
              <a:rPr lang="en-US" dirty="0"/>
              <a:t> </a:t>
            </a:r>
            <a:r>
              <a:rPr lang="en-US" dirty="0" err="1"/>
              <a:t>langganan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etalase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dijual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9194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E093-5D41-4B0A-89FE-FEEFDF065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DAB10-B1C4-4F15-963A-C84B11595D1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893" y="1016190"/>
            <a:ext cx="5902908" cy="2740779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67A95-EB59-4A27-A100-B0DE4A22AAF9}"/>
              </a:ext>
            </a:extLst>
          </p:cNvPr>
          <p:cNvSpPr txBox="1"/>
          <p:nvPr/>
        </p:nvSpPr>
        <p:spPr>
          <a:xfrm>
            <a:off x="6384616" y="1294726"/>
            <a:ext cx="25975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Ketikan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pada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pencarian</a:t>
            </a:r>
            <a:r>
              <a:rPr lang="en-US" dirty="0"/>
              <a:t> di </a:t>
            </a:r>
            <a:r>
              <a:rPr lang="en-US" dirty="0" err="1"/>
              <a:t>etalase</a:t>
            </a:r>
            <a:r>
              <a:rPr lang="en-US" dirty="0"/>
              <a:t> </a:t>
            </a:r>
            <a:r>
              <a:rPr lang="en-US" dirty="0" err="1"/>
              <a:t>toko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Arahkan</a:t>
            </a:r>
            <a:r>
              <a:rPr lang="en-US" dirty="0"/>
              <a:t> </a:t>
            </a:r>
            <a:r>
              <a:rPr lang="en-US" dirty="0" err="1"/>
              <a:t>kursor</a:t>
            </a:r>
            <a:r>
              <a:rPr lang="en-US" dirty="0"/>
              <a:t> computer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icon </a:t>
            </a:r>
            <a:r>
              <a:rPr lang="en-US" dirty="0" err="1"/>
              <a:t>perbandingan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Klik</a:t>
            </a:r>
            <a:r>
              <a:rPr lang="en-US" dirty="0"/>
              <a:t> icon </a:t>
            </a:r>
            <a:r>
              <a:rPr lang="en-US" dirty="0" err="1"/>
              <a:t>tersebut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6397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251D-4807-415B-8DD9-474C6868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Klik</a:t>
            </a:r>
            <a:r>
              <a:rPr lang="en-US" dirty="0"/>
              <a:t> ikon </a:t>
            </a:r>
            <a:r>
              <a:rPr lang="en-US" dirty="0" err="1"/>
              <a:t>perbandingan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7ACF7F-A043-40A0-AD65-9BA67F935A8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94" y="988698"/>
            <a:ext cx="6554548" cy="303663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3AD8D0-52D3-4BC6-AB54-DC211965C153}"/>
              </a:ext>
            </a:extLst>
          </p:cNvPr>
          <p:cNvSpPr txBox="1"/>
          <p:nvPr/>
        </p:nvSpPr>
        <p:spPr>
          <a:xfrm>
            <a:off x="412694" y="4178985"/>
            <a:ext cx="6143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Produk</a:t>
            </a:r>
            <a:r>
              <a:rPr lang="en-US" dirty="0"/>
              <a:t>/ </a:t>
            </a:r>
            <a:r>
              <a:rPr lang="en-US" dirty="0" err="1"/>
              <a:t>jasa</a:t>
            </a:r>
            <a:r>
              <a:rPr lang="en-US" dirty="0"/>
              <a:t> yang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</a:t>
            </a:r>
            <a:endParaRPr lang="id-ID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CF90555-7DCD-4C9F-9727-F2667F120188}"/>
              </a:ext>
            </a:extLst>
          </p:cNvPr>
          <p:cNvSpPr/>
          <p:nvPr/>
        </p:nvSpPr>
        <p:spPr>
          <a:xfrm rot="10800000">
            <a:off x="5203929" y="1344932"/>
            <a:ext cx="290938" cy="620627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3100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34C00-496E-4045-9BA3-7C4A68E6B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Ketik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pada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pencarian</a:t>
            </a:r>
            <a:endParaRPr lang="id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B29186-DAB6-4087-8129-FC157B4426A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818" y="1016562"/>
            <a:ext cx="4814974" cy="268959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9A4D18-E7E6-4DE5-B46A-539288221096}"/>
              </a:ext>
            </a:extLst>
          </p:cNvPr>
          <p:cNvSpPr/>
          <p:nvPr/>
        </p:nvSpPr>
        <p:spPr>
          <a:xfrm>
            <a:off x="5571367" y="1016562"/>
            <a:ext cx="326085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Arahkan</a:t>
            </a:r>
            <a:r>
              <a:rPr lang="en-US" dirty="0"/>
              <a:t> </a:t>
            </a:r>
            <a:r>
              <a:rPr lang="en-US" dirty="0" err="1"/>
              <a:t>kursor</a:t>
            </a:r>
            <a:r>
              <a:rPr lang="en-US" dirty="0"/>
              <a:t> computer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icon </a:t>
            </a:r>
            <a:r>
              <a:rPr lang="en-US" dirty="0" err="1"/>
              <a:t>perbandingan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Klik</a:t>
            </a:r>
            <a:r>
              <a:rPr lang="en-US" dirty="0"/>
              <a:t> icon </a:t>
            </a:r>
            <a:r>
              <a:rPr lang="en-US" dirty="0" err="1"/>
              <a:t>tersebut</a:t>
            </a:r>
            <a:endParaRPr lang="id-ID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E5E14E-B598-4DB4-BA28-3DEE8D67D154}"/>
              </a:ext>
            </a:extLst>
          </p:cNvPr>
          <p:cNvCxnSpPr>
            <a:cxnSpLocks/>
          </p:cNvCxnSpPr>
          <p:nvPr/>
        </p:nvCxnSpPr>
        <p:spPr>
          <a:xfrm flipH="1" flipV="1">
            <a:off x="4037925" y="1839421"/>
            <a:ext cx="1925905" cy="10438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76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33F3-853E-4FDC-92A2-636A98F0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max 3 </a:t>
            </a:r>
            <a:r>
              <a:rPr lang="en-US" dirty="0" err="1"/>
              <a:t>produk</a:t>
            </a:r>
            <a:endParaRPr lang="id-ID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8831DD-CB50-4943-9B95-B93CA02CDE73}"/>
              </a:ext>
            </a:extLst>
          </p:cNvPr>
          <p:cNvGrpSpPr/>
          <p:nvPr/>
        </p:nvGrpSpPr>
        <p:grpSpPr>
          <a:xfrm>
            <a:off x="445225" y="1014051"/>
            <a:ext cx="6238796" cy="2888820"/>
            <a:chOff x="445225" y="1014051"/>
            <a:chExt cx="6238796" cy="288882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C6169F1-453D-4C0C-B006-91B6DA940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5225" y="1014051"/>
              <a:ext cx="6238796" cy="2888820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E51C533-6EF5-4954-932E-C04E8A375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7278" y="1756113"/>
              <a:ext cx="1272554" cy="1054998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AB90BB8-3327-40C9-BE23-DB4A23309216}"/>
              </a:ext>
            </a:extLst>
          </p:cNvPr>
          <p:cNvSpPr txBox="1"/>
          <p:nvPr/>
        </p:nvSpPr>
        <p:spPr>
          <a:xfrm>
            <a:off x="445225" y="4288779"/>
            <a:ext cx="6662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b="1" dirty="0" err="1"/>
              <a:t>Unduh</a:t>
            </a:r>
            <a:r>
              <a:rPr lang="en-US" b="1" dirty="0"/>
              <a:t> </a:t>
            </a:r>
            <a:r>
              <a:rPr lang="en-US" b="1" dirty="0" err="1"/>
              <a:t>Dokumen</a:t>
            </a:r>
            <a:r>
              <a:rPr lang="en-US" b="1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mendownload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SPJ </a:t>
            </a:r>
            <a:r>
              <a:rPr lang="en-US" dirty="0" err="1"/>
              <a:t>sekolah</a:t>
            </a:r>
            <a:endParaRPr lang="id-ID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D81319-13E9-4402-9119-5D8F9301CEC5}"/>
              </a:ext>
            </a:extLst>
          </p:cNvPr>
          <p:cNvCxnSpPr>
            <a:cxnSpLocks/>
          </p:cNvCxnSpPr>
          <p:nvPr/>
        </p:nvCxnSpPr>
        <p:spPr>
          <a:xfrm flipV="1">
            <a:off x="1399922" y="2654188"/>
            <a:ext cx="0" cy="163459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84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331EB26-EF23-4691-AA3E-D6EA7FFFAE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endParaRPr lang="id-ID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259EC00-49E9-42EF-8FF3-458879083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0350" y="3999108"/>
            <a:ext cx="4870500" cy="792600"/>
          </a:xfrm>
        </p:spPr>
        <p:txBody>
          <a:bodyPr/>
          <a:lstStyle/>
          <a:p>
            <a:pPr algn="r"/>
            <a:r>
              <a:rPr lang="en-US" dirty="0" err="1"/>
              <a:t>Selamat</a:t>
            </a:r>
            <a:r>
              <a:rPr lang="en-US" dirty="0"/>
              <a:t> </a:t>
            </a:r>
            <a:r>
              <a:rPr lang="en-US" dirty="0" err="1"/>
              <a:t>Berbelanja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19834302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108</Words>
  <Application>Microsoft Office PowerPoint</Application>
  <PresentationFormat>On-screen Show (16:9)</PresentationFormat>
  <Paragraphs>20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Open Sans</vt:lpstr>
      <vt:lpstr>PT Sans Narrow</vt:lpstr>
      <vt:lpstr>Tropic</vt:lpstr>
      <vt:lpstr>Cara Perbandingan</vt:lpstr>
      <vt:lpstr>Pastikan akun sekolah sudah login</vt:lpstr>
      <vt:lpstr>Ketik nama toko langganan anda</vt:lpstr>
      <vt:lpstr>Pilih barang yang akan dibandingkan</vt:lpstr>
      <vt:lpstr>Klik ikon perbandingan</vt:lpstr>
      <vt:lpstr>Ketik nama produk pada kolom pencarian</vt:lpstr>
      <vt:lpstr>Halaman perbandingan max 3 produk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 Perbandingan</dc:title>
  <dc:creator>eko</dc:creator>
  <cp:lastModifiedBy>mexop99</cp:lastModifiedBy>
  <cp:revision>25</cp:revision>
  <dcterms:modified xsi:type="dcterms:W3CDTF">2020-04-07T09:38:13Z</dcterms:modified>
</cp:coreProperties>
</file>