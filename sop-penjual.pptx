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E957-88BD-4004-AF15-EB293CFBD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170D1-FA2A-445A-8C23-27A3E6318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C4CF-F92D-44FB-A70A-3859895B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20/01/2020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F61C5-2BCD-4787-9BBE-BCBC7CD1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BC9F9-6B5D-48F6-8C42-CD2EBBBC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1599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3A468-6690-45A2-9557-C5AFAE85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20/01/2020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47630-EC68-4C6A-A859-2415BB02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17B88-1A28-49EB-BB14-C4C3105E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016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17E40D-B216-4710-BD18-207E86DC4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33" y="-299340"/>
            <a:ext cx="11391334" cy="745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5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68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9C8EAE-558B-4B18-A045-E66D02CD98FA}"/>
              </a:ext>
            </a:extLst>
          </p:cNvPr>
          <p:cNvSpPr/>
          <p:nvPr userDrawn="1"/>
        </p:nvSpPr>
        <p:spPr>
          <a:xfrm>
            <a:off x="0" y="1"/>
            <a:ext cx="12192000" cy="795798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lowchart: Off-page Connector 2">
            <a:extLst>
              <a:ext uri="{FF2B5EF4-FFF2-40B4-BE49-F238E27FC236}">
                <a16:creationId xmlns:a16="http://schemas.microsoft.com/office/drawing/2014/main" id="{F9ADE544-D898-415A-AAB9-A06686406076}"/>
              </a:ext>
            </a:extLst>
          </p:cNvPr>
          <p:cNvSpPr/>
          <p:nvPr userDrawn="1"/>
        </p:nvSpPr>
        <p:spPr>
          <a:xfrm>
            <a:off x="11681693" y="0"/>
            <a:ext cx="360218" cy="659613"/>
          </a:xfrm>
          <a:prstGeom prst="flowChartOffpageConnector">
            <a:avLst/>
          </a:prstGeom>
          <a:solidFill>
            <a:srgbClr val="FFC0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9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1CD0F0-C157-4A74-85C5-3764950204CE}"/>
              </a:ext>
            </a:extLst>
          </p:cNvPr>
          <p:cNvSpPr/>
          <p:nvPr userDrawn="1"/>
        </p:nvSpPr>
        <p:spPr>
          <a:xfrm>
            <a:off x="0" y="0"/>
            <a:ext cx="12191999" cy="2552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A88E2B-8914-4A51-93D1-53EE236F8DAE}"/>
              </a:ext>
            </a:extLst>
          </p:cNvPr>
          <p:cNvGrpSpPr/>
          <p:nvPr userDrawn="1"/>
        </p:nvGrpSpPr>
        <p:grpSpPr>
          <a:xfrm>
            <a:off x="1" y="2543120"/>
            <a:ext cx="12192000" cy="92498"/>
            <a:chOff x="11445923" y="0"/>
            <a:chExt cx="1119115" cy="25522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3FC2A0-2C8C-454E-A2FC-805728A75C98}"/>
                </a:ext>
              </a:extLst>
            </p:cNvPr>
            <p:cNvSpPr/>
            <p:nvPr/>
          </p:nvSpPr>
          <p:spPr>
            <a:xfrm>
              <a:off x="11818961" y="0"/>
              <a:ext cx="373038" cy="25522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90C1EE-6A6F-42D3-83B8-026B5166B341}"/>
                </a:ext>
              </a:extLst>
            </p:cNvPr>
            <p:cNvSpPr/>
            <p:nvPr/>
          </p:nvSpPr>
          <p:spPr>
            <a:xfrm>
              <a:off x="11445923" y="0"/>
              <a:ext cx="373038" cy="255228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FA40F-A963-4E4B-8411-ED8116D801AE}"/>
                </a:ext>
              </a:extLst>
            </p:cNvPr>
            <p:cNvSpPr/>
            <p:nvPr/>
          </p:nvSpPr>
          <p:spPr>
            <a:xfrm>
              <a:off x="12192000" y="0"/>
              <a:ext cx="373038" cy="255228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457DA5-8BD8-4BD1-ABAC-1702790078A5}"/>
              </a:ext>
            </a:extLst>
          </p:cNvPr>
          <p:cNvGrpSpPr/>
          <p:nvPr userDrawn="1"/>
        </p:nvGrpSpPr>
        <p:grpSpPr>
          <a:xfrm>
            <a:off x="11126530" y="59960"/>
            <a:ext cx="983575" cy="1226175"/>
            <a:chOff x="8411919" y="701065"/>
            <a:chExt cx="2800065" cy="349070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D6D29-DDE2-45C1-A138-CADB303F7C9F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FDC7CD9-2180-42AE-8704-20DBF67B1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D0A05A7-05C3-49E0-9D7D-F545E41AF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A9F57B-F0AC-4B12-9AF5-A2D627622BC2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285139-F2C4-446A-B33F-24C8A0E0D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D5932DE-97EB-4356-AB7E-C15C95618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91D568-C449-4AA9-82B1-5329497816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8F475E-0095-4F26-BB26-022930977535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EFA47E-8BD9-48B8-8713-E45FE90BC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6E6CA7-B7F3-4621-A76D-BA617AA32ED8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74EE110-4344-4F52-A647-018872E82CB7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D380D3-EEA7-40C1-B43D-07CD1E39F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724384-2A2C-43ED-8941-9540034BD8C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0ACFEA-6181-41EB-8BED-A51527F7C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11BAF15-78AF-4795-B4FC-753D1EF9E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50C95F-629C-490C-8BAC-78DABCD85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A19A85-9EC7-455C-8DD6-187CB92EDEE4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7240E26-80CD-41EC-B8BB-D59466F37C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C3978A-C5FA-42C9-8D7B-F6438BA6096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388F42-C696-4539-BD00-F21F87F84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48E84D-1A6D-4271-8A0A-660F1B15D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2B5DA5F-B400-4F36-B83F-421F789314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4EE669-9E4C-4CA7-A3A7-33BC296CAA71}"/>
              </a:ext>
            </a:extLst>
          </p:cNvPr>
          <p:cNvGrpSpPr/>
          <p:nvPr userDrawn="1"/>
        </p:nvGrpSpPr>
        <p:grpSpPr>
          <a:xfrm rot="15730005">
            <a:off x="10036530" y="262594"/>
            <a:ext cx="983575" cy="1226175"/>
            <a:chOff x="8411919" y="701065"/>
            <a:chExt cx="2800065" cy="3490702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C4FCD0-D80E-4BDE-A5CD-8F0BC7673FD2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A6BF7A-2F64-4D37-A80A-A731FAAE6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D40FFE-6973-4966-BE8A-2C8BFC6DE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8D0628B-4C25-405C-B92F-967A2F552D5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5B7347-0448-457F-8A6E-209E78A22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F3020F-2980-43D8-A6E1-A1C268398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62F092F-EF39-4548-B871-05F5F502C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36979FA-828A-48D4-9C8B-6F50EEDAC5A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0A29C4-0BDC-4C57-A752-FBD4848DD6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95D661-139C-43DA-B191-64D4E3EB6F2C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0B6320-BEEA-4ED4-886F-54835A7A8DC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0C052C-0C49-45D2-95B4-EB71C53035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8C62899-030E-4CD7-8551-E8FB609D8372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753D3BE-5268-47BB-88DC-D80B00614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E2C63B3-FEBC-4E81-A83F-442EFD970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9839260-DA6B-4278-8342-339E9D7EE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A9196E6-7FB0-4C52-A592-204D37882FDF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F56BBE9-7A54-44FD-8960-0A51776C14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F9F36F4-C91F-4046-832E-002EF0AE5503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7280801-44E2-40E6-9915-0A3ADC263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3EA181D-8A90-4729-8E01-BAB32AE98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9547D6E-9ECC-481E-83BB-010BB8DA4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17AD10F-453A-4E8D-AD1B-4B24EAEAFAD1}"/>
              </a:ext>
            </a:extLst>
          </p:cNvPr>
          <p:cNvGrpSpPr/>
          <p:nvPr userDrawn="1"/>
        </p:nvGrpSpPr>
        <p:grpSpPr>
          <a:xfrm rot="6889181">
            <a:off x="10412956" y="1601928"/>
            <a:ext cx="796471" cy="992922"/>
            <a:chOff x="8411919" y="701065"/>
            <a:chExt cx="2800065" cy="3490702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D64DF2-DC03-4DA2-8ECD-92414187EC81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6570102-6A32-4B3B-906D-BD8943799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C6062CC-F21A-41D5-B8B5-545A84281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B52F408-DC70-476B-A49E-0EC9DCC8A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5B904B-857F-43D9-88E8-9889A777C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EBCEDAA-E03D-4863-BBCD-A3499AB57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4D46D37-1080-4754-9469-9332FD8D44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25EE8BE-F561-4363-B07C-2A8568C849D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CDEA6CE-6883-439C-90F3-B68265182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39EBADE-0038-4448-AE69-7A30F68146A9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C478AC4-0F9A-4B28-B8AE-A5C3FC191FD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4C4057-53E5-4332-A8BC-0476466B17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6E5EB65-4860-47A3-A636-1D5B4086EBE5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726D1F-8E94-41C4-91B4-FE73F6CA4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C5EE4BC-D4F2-4506-A3BC-1F49233209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A371812-5AE7-41A7-8354-03341B0DD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B530347-4200-441B-ABAD-B145DCE83342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E61C81E-2924-483B-81DE-205FCB7A4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324DC81-1E85-4D25-9885-81ACFF8EF9C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F3CC859-CABB-414D-A81B-30AF7FDC4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C5B7264-49F4-4210-9CA1-CF355D095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FED197B-9A2F-4634-9DE3-0062A5B45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A6F875E-26AF-47EC-80DA-4A202F58A299}"/>
              </a:ext>
            </a:extLst>
          </p:cNvPr>
          <p:cNvGrpSpPr/>
          <p:nvPr userDrawn="1"/>
        </p:nvGrpSpPr>
        <p:grpSpPr>
          <a:xfrm rot="20334324">
            <a:off x="11027040" y="751132"/>
            <a:ext cx="1164960" cy="1452298"/>
            <a:chOff x="8411919" y="701065"/>
            <a:chExt cx="2800065" cy="3490702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77BA5B5-C758-4877-800C-0C7E4D9CEBE4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83A37C0-EC73-49DF-8FB5-5ECE4448F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1BA5729-6339-4F12-87C6-59FE60733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2BFEE7-A77F-4E6A-9E50-307AEE0A93E3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402FDBD-1882-4637-A220-48C025A195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BB18570-115A-4B82-B5E8-DEFEE35E3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3A398FB-C068-4429-A23D-89DBCBB6F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B571856-F9E7-4ED8-B06C-57DFF6B9CC0F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A8CAEB4-E5DC-46B5-B31F-0CEF96845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1937CDF-54A0-4EB9-87AA-3A6F53380AA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EC0EDC4-79A2-48AC-9C2F-EC89AA5AF40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7274A9-AD57-4BC8-9D3E-4444CD75C0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CE58877-41A8-426A-A97C-C7E929F3EBE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EBC82F-0A62-4539-9DAC-1F7078C43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A5A7A4C-C4AC-4031-8AE8-3C1D0B91D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3F73277-134F-4896-A41B-6121A4464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84486BE-FF72-4400-AED7-FC2F51FF896E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7E4E1DC-4629-41E4-881E-039F4A4E3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EBF3104-364F-4626-A5B8-05B4D1ADCA6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EA45D2F-F00F-4129-99E1-0B7C1B4A4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6CA710A-0CE7-4CEF-B09B-27A332D959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CF51995-51FB-475E-94CD-AEE40B2178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0D5CCF4-AEE8-4235-B77C-72150C7B86A8}"/>
              </a:ext>
            </a:extLst>
          </p:cNvPr>
          <p:cNvGrpSpPr/>
          <p:nvPr userDrawn="1"/>
        </p:nvGrpSpPr>
        <p:grpSpPr>
          <a:xfrm rot="20334324">
            <a:off x="9037156" y="71664"/>
            <a:ext cx="753407" cy="737354"/>
            <a:chOff x="8411919" y="701065"/>
            <a:chExt cx="2800065" cy="3490702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666712C-D9DC-4E1B-B224-EE2C1109D35C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3352840-ABD4-47EF-ADD9-AA88424C91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F6F136-D82F-4732-9A09-51877B300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357C639-5D19-43DF-9527-8D32F5DC8C97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9BA665B-04B0-4300-9EB4-1CFFE3ED4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F1951ED-ABFB-4722-9F63-B0B27E2C2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64E12DE-0E57-4B8F-A49C-688E0958E9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E4BC377-B444-49A0-A473-E947787673A9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6B46601-4F83-4893-8A97-6736B822C1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7EEF4EC-D9C6-4972-9B35-88DF77520A96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B4C8D5-FD70-44AE-8137-B0A8F4ACCEA6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E403C5D-66B6-4B98-9623-F82EEB8A9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521883D-899C-437B-9424-C11E887F4C7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1EE4CB0-E6F1-4616-8CFD-ABC084189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D622344-682A-45AB-BDAC-D83955B30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3F36C3A-AAA2-43EC-A1CA-D5CCDC6E3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D7E67AE-8D68-43B6-A73E-4A33D1A25236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A0A232-916A-46A2-A7C1-987C261630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78AD056-AB72-4926-86BA-E77C4E1712F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189B293-9518-480B-92F2-B3FD6AE4D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9E57236-C826-4A70-BF3F-87A183C24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28F2DAEF-A763-4480-9B9B-5510A70DD6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4C772B-1928-4597-8A34-F77909439262}"/>
              </a:ext>
            </a:extLst>
          </p:cNvPr>
          <p:cNvGrpSpPr/>
          <p:nvPr userDrawn="1"/>
        </p:nvGrpSpPr>
        <p:grpSpPr>
          <a:xfrm rot="19421998">
            <a:off x="9748081" y="1384230"/>
            <a:ext cx="717208" cy="701926"/>
            <a:chOff x="8411919" y="701065"/>
            <a:chExt cx="2800065" cy="3490702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089472D-6102-4681-8E55-2C5794EE4E05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D7A623-A535-43CF-9E20-EB48163EB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4DDAD5E-B095-422F-B6CD-672CE6F95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8204260-9189-46EB-869A-E95AE4088988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B13CB03-7EDD-43E9-A3EE-08A70D250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24ACA07-2AC8-4301-AF7A-F872F5BCB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E9DDC0C-BE86-40AC-BA9D-02E3CE7A1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4D754C4-75A5-4238-AA8C-BB7B243E723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819C5E5-16FB-4BD7-ABFF-2AFB5E55E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C7A9859-4815-4EA4-8F65-F968C9FC849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7B13CD7-AC6F-456F-9E2D-A202EA93C04D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2B697B7-B1AF-408B-A9B5-014F75EB3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FF57946-E60E-4726-9F65-63637C96D9AC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B79018-A974-42C3-9327-9EE494BBB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027431D-F6A9-4475-92D1-2C456BFCE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0266C-E548-470A-8A98-08A02F3E2E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7175B15-68E2-4A5E-9813-8991CCF80A48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A100DAD-AFB1-40DB-ADE7-B83F5DD896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20490C3-05EB-4F8F-B133-39AC8E8CA87F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64D449B-2D2F-4B3F-8257-1F8D0DD91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C287B58-6106-4047-BAA2-C3406DDB2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B63D3A8-33D6-4BC7-8CC9-857AAE669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7F06A6F-6318-483E-B452-C88B27C43350}"/>
              </a:ext>
            </a:extLst>
          </p:cNvPr>
          <p:cNvGrpSpPr/>
          <p:nvPr userDrawn="1"/>
        </p:nvGrpSpPr>
        <p:grpSpPr>
          <a:xfrm rot="19421998">
            <a:off x="9244413" y="1325575"/>
            <a:ext cx="458379" cy="448611"/>
            <a:chOff x="8411919" y="701065"/>
            <a:chExt cx="2800065" cy="3490702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91CD7AF-1692-4440-B8BA-E670A60CBCCA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356FF31-B953-4F4E-B596-E60EA148F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C49752A-D43C-45B6-993D-EA5E0844C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753FBDD-B18B-409C-A47A-F97D2E3F5EF6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1749067-1D7E-4678-B43D-843D42744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B90CE84-57B1-4386-B44F-156E4FFC6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5B6C08B-4B3D-4F15-9BA5-AB40A1E1F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C1DF333-9292-43D8-96FF-D38D03FC80C0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C4CB3EA-34E0-4265-818A-640BBCAED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85D7418-DA23-4D62-ADDA-A33D8629D46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DA01C98-3668-44DC-BD8A-21C1F9B9CC2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7874D64-B6D5-4B26-9D31-C32312A1F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7A0BDD8-5F2F-4871-AC80-15065F48B7B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74FF47B-975B-495B-AFA7-626EA3CB0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979DDAC-383E-484D-AD43-6040954E5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E20253B-FE44-45FD-9073-793A2ACD3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A967840-EB8D-4A8D-9023-BA05C472301C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BFA0587-ECDE-4476-B6DA-8C1636CCCB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332D652-2851-49FA-9380-17419EF0B2E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AB93698-E5DF-418F-84ED-95993EFBD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253BEA4-85D6-4559-8CD4-CD651FA04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33186F57-FF32-469C-8E8F-0D5A121C0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39A1B71-4BFB-417F-8ADF-A50673257A72}"/>
              </a:ext>
            </a:extLst>
          </p:cNvPr>
          <p:cNvGrpSpPr/>
          <p:nvPr userDrawn="1"/>
        </p:nvGrpSpPr>
        <p:grpSpPr>
          <a:xfrm rot="19421998">
            <a:off x="10765083" y="43767"/>
            <a:ext cx="412730" cy="403935"/>
            <a:chOff x="8411919" y="701065"/>
            <a:chExt cx="2800065" cy="349070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5970A27-55A6-4D07-8C70-C55D06337EBD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83ABF58-61A0-409C-A57E-EA1E39EFB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072E919-222D-4E11-9FBF-4092D8A0E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669C07E-C483-453C-AAEC-C3FBEDB040FD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44DE8EA-742F-48A6-BEBC-F6781301ED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6CB3F9E-2089-4472-92AB-7C98031C0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70B846A2-CA79-4A17-A686-E022D5745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719E7FB7-9E8D-44B6-8718-865071D5016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D0C8432-AFF4-4746-83E6-40A3AD7EB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E4C7F024-C3FD-44DA-B543-9D4C33842F0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1DFA92C-51B2-4F6C-AE96-147198D89D7A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F9FB3DC-4DAF-4AAE-9F4C-EFB7B0B94E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FEA2574-D8E8-4BE5-9DEF-F08B7AF24CB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C142A40-9738-4197-9048-6E3CE2822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05D9C8-371D-4CB4-967D-A728CB6DE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EB1DF40-1EA3-479A-8E44-C460A0911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194C8E4-D8F1-4623-8319-FC3C7547D1E9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C2521ABC-062E-4457-999D-4BC3DE953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94EDE13-F833-42D7-A127-BB45FBFCB58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6DD19A0-42AC-4680-A070-B7D26A7EC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4823B065-A184-4DE8-A2E9-BD9454771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06A0FAEF-9B32-47C8-BD6B-48A2993CE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C54488B-4AA8-4A29-9071-60D6AF00DA6E}"/>
              </a:ext>
            </a:extLst>
          </p:cNvPr>
          <p:cNvSpPr/>
          <p:nvPr userDrawn="1"/>
        </p:nvSpPr>
        <p:spPr>
          <a:xfrm>
            <a:off x="11445923" y="0"/>
            <a:ext cx="373038" cy="25522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AA5F804-B564-42DA-88D6-915FE7EFD1E7}"/>
              </a:ext>
            </a:extLst>
          </p:cNvPr>
          <p:cNvSpPr/>
          <p:nvPr userDrawn="1"/>
        </p:nvSpPr>
        <p:spPr>
          <a:xfrm>
            <a:off x="11818961" y="0"/>
            <a:ext cx="373038" cy="25522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0FFC-6012-4B8C-82A3-44C849A8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079F-1627-4601-8880-491D52CDC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EE1A0-A6DC-4731-805E-373DAE900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9D302-0281-4E8C-AAFB-5CCC29C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20/01/2020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166A3-869A-48A3-B1A3-40424791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9C286-825E-487D-BCCD-DD0C1C8C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080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01D7-E72C-475A-AEE4-16322E5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A8D2C-4E5E-47B9-A026-158FD083C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77A46-1E9A-4A27-B0A6-6CAD5EA7E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C9899-790A-4980-8F3B-E27EC3A2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20/01/2020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F2EFE-9F2C-41F5-BEBA-E9C73D26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027F8-64F2-4546-B18B-81A5E305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719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2C1B5-1EC2-4CA5-9901-97D58DE1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6D609-1A82-49B2-8A24-39B79B62F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2BB44-FEC3-4BB5-85B8-EB25450CD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833F1-B2A3-4A23-B970-009B8AA903CA}" type="datetimeFigureOut">
              <a:rPr lang="id-ID" smtClean="0"/>
              <a:t>20/01/2020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168C6-5EEC-44C5-957A-709E5AE5B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B8BAE-B800-4EAF-B03B-2581E63E6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437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56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4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mexop99</dc:creator>
  <cp:lastModifiedBy>mexop99</cp:lastModifiedBy>
  <cp:revision>3</cp:revision>
  <dcterms:created xsi:type="dcterms:W3CDTF">2020-01-20T08:43:18Z</dcterms:created>
  <dcterms:modified xsi:type="dcterms:W3CDTF">2020-01-20T09:04:59Z</dcterms:modified>
</cp:coreProperties>
</file>